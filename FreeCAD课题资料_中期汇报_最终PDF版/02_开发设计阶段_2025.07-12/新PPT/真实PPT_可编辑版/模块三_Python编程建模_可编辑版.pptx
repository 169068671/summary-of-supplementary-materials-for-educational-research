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9f167aca014bba" /><Relationship Type="http://schemas.openxmlformats.org/officeDocument/2006/relationships/extended-properties" Target="/docProps/app.xml" Id="R5247997c6a784695" /><Relationship Type="http://schemas.openxmlformats.org/officeDocument/2006/relationships/officeDocument" Target="/ppt/presentation.xml" Id="R1e51fe9e0707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68698a63344bcc"/>
  </p:sldMasterIdLst>
  <p:notesMasterIdLst>
    <p:notesMasterId xmlns:r="http://schemas.openxmlformats.org/officeDocument/2006/relationships" r:id="Rfdb2b00bded840f5"/>
  </p:notesMasterIdLst>
  <p:sldIdLst>
    <p:sldId xmlns:r="http://schemas.openxmlformats.org/officeDocument/2006/relationships" id="256" r:id="R228a0e3d61ec4c3f"/>
    <p:sldId xmlns:r="http://schemas.openxmlformats.org/officeDocument/2006/relationships" id="257" r:id="R6f8e7267dd5d48d3"/>
    <p:sldId xmlns:r="http://schemas.openxmlformats.org/officeDocument/2006/relationships" id="258" r:id="R2f9ff8b7ebae484a"/>
    <p:sldId xmlns:r="http://schemas.openxmlformats.org/officeDocument/2006/relationships" id="259" r:id="R0c4cf8dc25f24166"/>
    <p:sldId xmlns:r="http://schemas.openxmlformats.org/officeDocument/2006/relationships" id="260" r:id="Rdf8b2855ac834e9d"/>
    <p:sldId xmlns:r="http://schemas.openxmlformats.org/officeDocument/2006/relationships" id="261" r:id="Rb946c478e54c412c"/>
    <p:sldId xmlns:r="http://schemas.openxmlformats.org/officeDocument/2006/relationships" id="262" r:id="R1180ec97dabd4c89"/>
    <p:sldId xmlns:r="http://schemas.openxmlformats.org/officeDocument/2006/relationships" id="263" r:id="Ra33beef4f0cf4100"/>
    <p:sldId xmlns:r="http://schemas.openxmlformats.org/officeDocument/2006/relationships" id="264" r:id="R37f84dbfec6545c4"/>
    <p:sldId xmlns:r="http://schemas.openxmlformats.org/officeDocument/2006/relationships" id="265" r:id="R0b39a9879a934233"/>
    <p:sldId xmlns:r="http://schemas.openxmlformats.org/officeDocument/2006/relationships" id="266" r:id="Rd21a039c017b4c92"/>
    <p:sldId xmlns:r="http://schemas.openxmlformats.org/officeDocument/2006/relationships" id="267" r:id="R7512bfbaf77e44ce"/>
    <p:sldId xmlns:r="http://schemas.openxmlformats.org/officeDocument/2006/relationships" id="268" r:id="R5bf4e7bb580a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e88d3641c444fc" /><Relationship Type="http://schemas.openxmlformats.org/officeDocument/2006/relationships/slideMaster" Target="/ppt/slideMasters/slideMaster1.xml" Id="R5868698a63344bcc" /><Relationship Type="http://schemas.openxmlformats.org/officeDocument/2006/relationships/notesMaster" Target="/ppt/notesMasters/notesMaster1.xml" Id="Rfdb2b00bded840f5" /><Relationship Type="http://schemas.openxmlformats.org/officeDocument/2006/relationships/presProps" Target="/ppt/presProps.xml" Id="Re36d9de3ef8a4224" /><Relationship Type="http://schemas.openxmlformats.org/officeDocument/2006/relationships/tableStyles" Target="/ppt/tableStyles.xml" Id="R8fbf6e2b9a174dee" /><Relationship Type="http://schemas.openxmlformats.org/officeDocument/2006/relationships/slide" Target="/ppt/slides/slide1.xml" Id="R228a0e3d61ec4c3f" /><Relationship Type="http://schemas.openxmlformats.org/officeDocument/2006/relationships/slide" Target="/ppt/slides/slide2.xml" Id="R6f8e7267dd5d48d3" /><Relationship Type="http://schemas.openxmlformats.org/officeDocument/2006/relationships/slide" Target="/ppt/slides/slide3.xml" Id="R2f9ff8b7ebae484a" /><Relationship Type="http://schemas.openxmlformats.org/officeDocument/2006/relationships/slide" Target="/ppt/slides/slide4.xml" Id="R0c4cf8dc25f24166" /><Relationship Type="http://schemas.openxmlformats.org/officeDocument/2006/relationships/slide" Target="/ppt/slides/slide5.xml" Id="Rdf8b2855ac834e9d" /><Relationship Type="http://schemas.openxmlformats.org/officeDocument/2006/relationships/slide" Target="/ppt/slides/slide6.xml" Id="Rb946c478e54c412c" /><Relationship Type="http://schemas.openxmlformats.org/officeDocument/2006/relationships/slide" Target="/ppt/slides/slide7.xml" Id="R1180ec97dabd4c89" /><Relationship Type="http://schemas.openxmlformats.org/officeDocument/2006/relationships/slide" Target="/ppt/slides/slide8.xml" Id="Ra33beef4f0cf4100" /><Relationship Type="http://schemas.openxmlformats.org/officeDocument/2006/relationships/slide" Target="/ppt/slides/slide9.xml" Id="R37f84dbfec6545c4" /><Relationship Type="http://schemas.openxmlformats.org/officeDocument/2006/relationships/slide" Target="/ppt/slides/slide10.xml" Id="R0b39a9879a934233" /><Relationship Type="http://schemas.openxmlformats.org/officeDocument/2006/relationships/slide" Target="/ppt/slides/slide11.xml" Id="Rd21a039c017b4c92" /><Relationship Type="http://schemas.openxmlformats.org/officeDocument/2006/relationships/slide" Target="/ppt/slides/slide12.xml" Id="R7512bfbaf77e44ce" /><Relationship Type="http://schemas.openxmlformats.org/officeDocument/2006/relationships/slide" Target="/ppt/slides/slide13.xml" Id="R5bf4e7bb580a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21c230c9f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374c77e7f450c" /><Relationship Type="http://schemas.openxmlformats.org/officeDocument/2006/relationships/notesMaster" Target="/ppt/notesMasters/notesMaster1.xml" Id="Rfa583b9cded5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8caf4629c4a55" /><Relationship Type="http://schemas.openxmlformats.org/officeDocument/2006/relationships/notesMaster" Target="/ppt/notesMasters/notesMaster1.xml" Id="R16e0ba3c3848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b857574de54b1a" /><Relationship Type="http://schemas.openxmlformats.org/officeDocument/2006/relationships/notesMaster" Target="/ppt/notesMasters/notesMaster1.xml" Id="R9446d124a14e42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3e865afe1b49b7" /><Relationship Type="http://schemas.openxmlformats.org/officeDocument/2006/relationships/notesMaster" Target="/ppt/notesMasters/notesMaster1.xml" Id="R2a3ba4f5b052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a4e41dc1e743ae" /><Relationship Type="http://schemas.openxmlformats.org/officeDocument/2006/relationships/notesMaster" Target="/ppt/notesMasters/notesMaster1.xml" Id="Rca886d6c32024e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12a2bb16f4469e" /><Relationship Type="http://schemas.openxmlformats.org/officeDocument/2006/relationships/notesMaster" Target="/ppt/notesMasters/notesMaster1.xml" Id="R020e49e54ccf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55b1ad50f84923" /><Relationship Type="http://schemas.openxmlformats.org/officeDocument/2006/relationships/notesMaster" Target="/ppt/notesMasters/notesMaster1.xml" Id="R71f81135bfcd44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02ebbaad040cf" /><Relationship Type="http://schemas.openxmlformats.org/officeDocument/2006/relationships/notesMaster" Target="/ppt/notesMasters/notesMaster1.xml" Id="Rb6b69cb1f16a41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d2150dadbc4014" /><Relationship Type="http://schemas.openxmlformats.org/officeDocument/2006/relationships/notesMaster" Target="/ppt/notesMasters/notesMaster1.xml" Id="Raec6c7f90c03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9cc887b45344a5" /><Relationship Type="http://schemas.openxmlformats.org/officeDocument/2006/relationships/notesMaster" Target="/ppt/notesMasters/notesMaster1.xml" Id="R782eaf7665a443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dbfc79992f473c" /><Relationship Type="http://schemas.openxmlformats.org/officeDocument/2006/relationships/notesMaster" Target="/ppt/notesMasters/notesMaster1.xml" Id="R097ac4e776df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8aadba46c944f8" /><Relationship Type="http://schemas.openxmlformats.org/officeDocument/2006/relationships/notesMaster" Target="/ppt/notesMasters/notesMaster1.xml" Id="R76244972c7724c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0686cec49a43d0" /><Relationship Type="http://schemas.openxmlformats.org/officeDocument/2006/relationships/notesMaster" Target="/ppt/notesMasters/notesMaster1.xml" Id="R69f25cfcbfa4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5c5bf90b8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57bf14b08049b0" /><Relationship Type="http://schemas.openxmlformats.org/officeDocument/2006/relationships/slideLayout" Target="/ppt/slideLayouts/slideLayout1.xml" Id="R6dc0ae770b20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c0ae770b20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74c2d2d174ff8" /><Relationship Type="http://schemas.openxmlformats.org/officeDocument/2006/relationships/notesSlide" Target="/ppt/notesSlides/notesSlide1.xml" Id="R38188ade929447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432553f9947a7" /><Relationship Type="http://schemas.openxmlformats.org/officeDocument/2006/relationships/notesSlide" Target="/ppt/notesSlides/notesSlide2.xml" Id="R191fb1105eac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dc08e47da4042" /><Relationship Type="http://schemas.openxmlformats.org/officeDocument/2006/relationships/notesSlide" Target="/ppt/notesSlides/notesSlide3.xml" Id="Raa637ebc2a3e42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afffc40a04e47" /><Relationship Type="http://schemas.openxmlformats.org/officeDocument/2006/relationships/notesSlide" Target="/ppt/notesSlides/notesSlide4.xml" Id="R4928dd229be34d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79a4d1f434fa7" /><Relationship Type="http://schemas.openxmlformats.org/officeDocument/2006/relationships/notesSlide" Target="/ppt/notesSlides/notesSlide5.xml" Id="R7e7929bfdfc1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e00371c0c4e61" /><Relationship Type="http://schemas.openxmlformats.org/officeDocument/2006/relationships/notesSlide" Target="/ppt/notesSlides/notesSlide6.xml" Id="Rd967d9261aa943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572bddfe840ae" /><Relationship Type="http://schemas.openxmlformats.org/officeDocument/2006/relationships/notesSlide" Target="/ppt/notesSlides/notesSlide7.xml" Id="R3fa19f02145d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553851a74d70" /><Relationship Type="http://schemas.openxmlformats.org/officeDocument/2006/relationships/notesSlide" Target="/ppt/notesSlides/notesSlide8.xml" Id="R73c3371b6e0041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d747adc4f4127" /><Relationship Type="http://schemas.openxmlformats.org/officeDocument/2006/relationships/notesSlide" Target="/ppt/notesSlides/notesSlide9.xml" Id="Re43feeb376de48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9535335524763" /><Relationship Type="http://schemas.openxmlformats.org/officeDocument/2006/relationships/notesSlide" Target="/ppt/notesSlides/notesSlide10.xml" Id="Rb9e7383524ea4b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2015426d54ed7" /><Relationship Type="http://schemas.openxmlformats.org/officeDocument/2006/relationships/image" Target="/ppt/media/image.png" Id="Ra18388dc96b34926" /><Relationship Type="http://schemas.openxmlformats.org/officeDocument/2006/relationships/image" Target="/ppt/media/image2.png" Id="Re303bf8e214c41ed" /><Relationship Type="http://schemas.openxmlformats.org/officeDocument/2006/relationships/notesSlide" Target="/ppt/notesSlides/notesSlide11.xml" Id="Rcc46687dee1140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b722bb8042bc" /><Relationship Type="http://schemas.openxmlformats.org/officeDocument/2006/relationships/notesSlide" Target="/ppt/notesSlides/notesSlide12.xml" Id="Re8ade8dd38ea47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eab97b07e4d58" /><Relationship Type="http://schemas.openxmlformats.org/officeDocument/2006/relationships/notesSlide" Target="/ppt/notesSlides/notesSlide13.xml" Id="R62920a2a72944b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64AFA-BD45-4F0E-B5F8-6F31F6C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E4DFA226-D325-4EF1-ABE9-8678F7A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🐍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C9A6612-F647-4258-ADA0-668DA10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模块三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7BCC7349-C262-45A6-BBC9-5517D668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编程建模入门与逻辑构建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C82092B2-E0FE-4813-8DCC-C936BFB4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4课时 · 第6-9课 · 技术实践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643FCF98-C6F8-491A-BDAB-C4FC134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129469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A3CD6E6-DF92-4D63-A4B3-804FC07C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9943DE-23BF-457E-9D84-CB26A54D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4EAF7640-4448-4DBC-A841-60349AAF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F7638F3-3CD3-4235-B7B7-CC86549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模块三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180FB3D2-B18E-4E57-B7B3-14965F27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确认Python控制台可用（视图→面板→Python控制台）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了解Python是最流行的编程语言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了解变量=存数据的容器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了解print()=输出文字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在控制台输入 print('Hello FreeCAD') 试试</a:t>
            </a:r>
          </a:p>
        </p:txBody>
      </p:sp>
    </p:spTree>
    <p:extLst>
      <p:ext uri="{BB962C8B-B14F-4D97-AF65-F5344CB8AC3E}">
        <p14:creationId xmlns:p14="http://schemas.microsoft.com/office/powerpoint/2010/main" val="8394206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684A78-9901-49F9-B613-BF92992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E8D5FA-FBF4-4371-B4CA-08E49A7A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CA0F4616-8D6A-42F6-AF76-E83F7BB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154A5B-89FB-4461-B158-27CB73D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模块三  ·  3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5E4B7FEF-7A31-4C70-A5BB-64530BF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变量 = 存数据的容器，给数据起个名字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7738F6A-4B06-4D27-A066-BC3E218B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F90A977A-3C48-4767-AC28-2217E21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 = 'FreeCAD'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version = 26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height = 80.0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print(name, version)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3B25440D-6FCE-406C-ADD2-22F442D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0CFAEEEE-A189-483C-84FD-0D3B725C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name = 'FreeCAD'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把字符串'FreeCAD'存入变量name。字符串必须用引号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D7C10599-BA07-4939-8C63-DBFC708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A13B2B83-0CF0-45DE-BF4C-C562EE25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version = 26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把整数26存入变量version。整数不用引号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514C9E8F-E77F-427B-945B-ABC1B453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05388FC6-98AD-476E-9E4C-5B48C45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height = 80.0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把浮点数80.0存入变量height。带小数点的数</a:t>
            </a:r>
          </a:p>
        </p:txBody>
      </p:sp>
      <p:sp>
        <p:nvSpPr>
          <p:cNvPr id="14" name="explain-4">
            <a:extLst xmlns:a="http://schemas.openxmlformats.org/drawingml/2006/main">
              <a:ext uri="{FF2B5EF4-FFF2-40B4-BE49-F238E27FC236}">
                <a16:creationId xmlns:a16="http://schemas.microsoft.com/office/drawing/2014/main" id="{1B7E93EC-2B6C-47F7-9F28-5F1356D1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5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4485CE68-F5FA-4819-83D3-EFDC97D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958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print(name, version)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输出变量内容：FreeCAD 26</a:t>
            </a:r>
          </a:p>
        </p:txBody>
      </p:sp>
    </p:spTree>
    <p:extLst>
      <p:ext uri="{BB962C8B-B14F-4D97-AF65-F5344CB8AC3E}">
        <p14:creationId xmlns:p14="http://schemas.microsoft.com/office/powerpoint/2010/main" val="1395898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19D352D4-F04F-459B-97EA-162F6A32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C7B4EE-A3D5-4A95-894D-02DBB263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数据类型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ED3C732-55DA-4C41-B1F2-5B15C2F2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模块三  ·  4</a:t>
            </a:r>
          </a:p>
        </p:txBody>
      </p:sp>
      <p:sp>
        <p:nvSpPr>
          <p:cNvPr id="4" name="code-panel">
            <a:extLst xmlns:a="http://schemas.openxmlformats.org/drawingml/2006/main">
              <a:ext uri="{FF2B5EF4-FFF2-40B4-BE49-F238E27FC236}">
                <a16:creationId xmlns:a16="http://schemas.microsoft.com/office/drawing/2014/main" id="{3A8863AF-5D13-4A12-B10E-7E63F5C8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5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48AE2C92-C33F-4A61-9562-9679BA1B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用type()查看数据类型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print(type(25)) # &lt;class 'int'&gt; 整数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print(type(3.14)) # &lt;class 'float'&gt; 浮点数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print(type('hello')) # &lt;class 'str'&gt; 字符串</a:t>
            </a:r>
          </a:p>
        </p:txBody>
      </p:sp>
      <p:sp>
        <p:nvSpPr>
          <p:cNvPr id="6" name="explain-1">
            <a:extLst xmlns:a="http://schemas.openxmlformats.org/drawingml/2006/main">
              <a:ext uri="{FF2B5EF4-FFF2-40B4-BE49-F238E27FC236}">
                <a16:creationId xmlns:a16="http://schemas.microsoft.com/office/drawing/2014/main" id="{8D5A6027-E814-4D8D-8505-FC510011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7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5050CD7A-B434-499E-9B1E-70326F0A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type(值)返回数据类型；print()把类型结果显示到控制台。</a:t>
            </a:r>
          </a:p>
        </p:txBody>
      </p:sp>
      <p:sp>
        <p:nvSpPr>
          <p:cNvPr id="8" name="explain-2">
            <a:extLst xmlns:a="http://schemas.openxmlformats.org/drawingml/2006/main">
              <a:ext uri="{FF2B5EF4-FFF2-40B4-BE49-F238E27FC236}">
                <a16:creationId xmlns:a16="http://schemas.microsoft.com/office/drawing/2014/main" id="{FD3D126A-568D-4F8C-957D-0983B743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BD5A16A7-A2B1-446E-B0B9-25DF0BF8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为什么重要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int/float能参与计算，str用于文字；引号会把数字也变成字符串。</a:t>
            </a:r>
          </a:p>
        </p:txBody>
      </p:sp>
      <p:sp>
        <p:nvSpPr>
          <p:cNvPr id="10" name="explain-3">
            <a:extLst xmlns:a="http://schemas.openxmlformats.org/drawingml/2006/main">
              <a:ext uri="{FF2B5EF4-FFF2-40B4-BE49-F238E27FC236}">
                <a16:creationId xmlns:a16="http://schemas.microsoft.com/office/drawing/2014/main" id="{3C1A658E-A053-41FE-BF78-CE78CA8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52D6BE62-267F-4E6A-9170-A96ED36A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'25'是str，不是int；字符串与数字不能直接相加。</a:t>
            </a:r>
          </a:p>
        </p:txBody>
      </p:sp>
    </p:spTree>
    <p:extLst>
      <p:ext uri="{BB962C8B-B14F-4D97-AF65-F5344CB8AC3E}">
        <p14:creationId xmlns:p14="http://schemas.microsoft.com/office/powerpoint/2010/main" val="132343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424C6609-BBFF-4755-9005-BAF72845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55D35F-82A8-4EA6-A503-04153F6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print() 与注释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67E3E57F-C35E-4BD4-B7D9-D517097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📤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6EE630-20EB-41F9-B959-A3F0AE4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模块三  ·  5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178E0A66-07DF-4440-90C7-89C0EBDD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6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0685948E-4656-43FE-871F-3538CDEF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这是注释，Python不执行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length = 60 # 行末注释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width = 18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print('长度:', length)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print('宽度:', width)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print('面积:', length * width)</a:t>
            </a:r>
          </a:p>
        </p:txBody>
      </p:sp>
      <p:sp>
        <p:nvSpPr>
          <p:cNvPr id="7" name="explain-1">
            <a:extLst xmlns:a="http://schemas.openxmlformats.org/drawingml/2006/main">
              <a:ext uri="{FF2B5EF4-FFF2-40B4-BE49-F238E27FC236}">
                <a16:creationId xmlns:a16="http://schemas.microsoft.com/office/drawing/2014/main" id="{B1E83A67-D4B0-4C7F-95C5-157D995C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8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DA34D51D-632A-4BB5-8DB8-7525577F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 这是注释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#开头是注释，给人看的，Python忽略不执行</a:t>
            </a:r>
          </a:p>
        </p:txBody>
      </p:sp>
      <p:sp>
        <p:nvSpPr>
          <p:cNvPr id="9" name="explain-2">
            <a:extLst xmlns:a="http://schemas.openxmlformats.org/drawingml/2006/main">
              <a:ext uri="{FF2B5EF4-FFF2-40B4-BE49-F238E27FC236}">
                <a16:creationId xmlns:a16="http://schemas.microsoft.com/office/drawing/2014/main" id="{0D09EC1E-A3B8-472A-8FC1-A242167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935C95CA-2082-48BD-A3FE-58A1CC28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length = 60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创建变量length，值为60</a:t>
            </a:r>
          </a:p>
        </p:txBody>
      </p:sp>
      <p:sp>
        <p:nvSpPr>
          <p:cNvPr id="11" name="explain-3">
            <a:extLst xmlns:a="http://schemas.openxmlformats.org/drawingml/2006/main">
              <a:ext uri="{FF2B5EF4-FFF2-40B4-BE49-F238E27FC236}">
                <a16:creationId xmlns:a16="http://schemas.microsoft.com/office/drawing/2014/main" id="{10617443-C0C2-43AD-9EEB-A187C773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2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0F5433A5-30ED-4013-82D8-32DF1935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print('长度:', length)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输出：长度: 60。字符串和变量用逗号隔开</a:t>
            </a:r>
          </a:p>
        </p:txBody>
      </p:sp>
      <p:sp>
        <p:nvSpPr>
          <p:cNvPr id="13" name="explain-4">
            <a:extLst xmlns:a="http://schemas.openxmlformats.org/drawingml/2006/main">
              <a:ext uri="{FF2B5EF4-FFF2-40B4-BE49-F238E27FC236}">
                <a16:creationId xmlns:a16="http://schemas.microsoft.com/office/drawing/2014/main" id="{84147A45-725B-42BE-92F0-80FF6E63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4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EE539905-E5F5-4757-A526-0088498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length * width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乘法运算：60×18=1080。Python可以直接算术</a:t>
            </a:r>
          </a:p>
        </p:txBody>
      </p:sp>
    </p:spTree>
    <p:extLst>
      <p:ext uri="{BB962C8B-B14F-4D97-AF65-F5344CB8AC3E}">
        <p14:creationId xmlns:p14="http://schemas.microsoft.com/office/powerpoint/2010/main" val="1609503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FC65BE-85F9-4FAA-BC02-156245A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35547C-FD46-43D5-A880-B14E1453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用代码创建3D模型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6A2E5035-EC90-452B-BE08-B4BDF11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29D857E-3157-4CEF-960E-8AC8853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模块三  ·  6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52CBEFFA-C4E1-4EB7-88FB-B2E60A7E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import Part → 导入Part模块 → 用代码创建几何体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38894B5-ACAD-4180-AEB0-79C2E5DD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6BEC5BE8-1767-4478-8C5E-BFD1D93C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 = Part.makeBox(60, 18, 3)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Part.show(box)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print('体积 =', box.Volume)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D1FEEA73-948F-40E8-9B63-9AFB381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EAF28A5B-1CA7-47D6-8B1D-2A19964B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import Part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导入FreeCAD的Part模块，提供创建3D几何体的函数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07B4F5C7-DE5D-44B9-BD5B-4BC74F0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02A4CA01-35C4-4EEA-A541-4BF52520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Part.makeBox(60,18,3)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创建立方体：长60×宽18×高3mm。三个参数=X/Y/Z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4EF31628-724D-4E82-B407-48B1FF8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9B29ACB2-0518-49EF-889B-38949F2D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Part.show(box)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把立方体显示在3D视图中。不show就看不到</a:t>
            </a:r>
          </a:p>
        </p:txBody>
      </p:sp>
      <p:sp>
        <p:nvSpPr>
          <p:cNvPr id="14" name="explain-4">
            <a:extLst xmlns:a="http://schemas.openxmlformats.org/drawingml/2006/main">
              <a:ext uri="{FF2B5EF4-FFF2-40B4-BE49-F238E27FC236}">
                <a16:creationId xmlns:a16="http://schemas.microsoft.com/office/drawing/2014/main" id="{92260757-1BCB-4616-B8A6-A7EC69D4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5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8314F70F-8623-4150-A0EC-0FBDB101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958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box.Volume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获取体积属性：60×18×3=3240mm³</a:t>
            </a:r>
          </a:p>
        </p:txBody>
      </p:sp>
    </p:spTree>
    <p:extLst>
      <p:ext uri="{BB962C8B-B14F-4D97-AF65-F5344CB8AC3E}">
        <p14:creationId xmlns:p14="http://schemas.microsoft.com/office/powerpoint/2010/main" val="1363341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1E762B03-D679-4868-AA79-0793CDEA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5BAE92-0D4E-4EB5-B004-0EC6276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makeCylinder 创建圆柱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EF132FA0-B7A7-4E1E-A5E5-1539B057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🥫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0C2CD69-46A5-4C88-AAD1-941F13AA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模块三  ·  7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CF2C94D0-E9F4-4B1E-A45F-F48C752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6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B3BBABD8-A42A-4C95-8B05-A0CADF16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cyl = Part.makeCylinder(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15, # 半径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40, # 高度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FreeCAD.Vector(0, 0, 0) # 圆心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Part.show(cyl)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print('体积 =', round(cyl.Volume, 1))</a:t>
            </a:r>
          </a:p>
        </p:txBody>
      </p:sp>
      <p:sp>
        <p:nvSpPr>
          <p:cNvPr id="7" name="explain-1">
            <a:extLst xmlns:a="http://schemas.openxmlformats.org/drawingml/2006/main">
              <a:ext uri="{FF2B5EF4-FFF2-40B4-BE49-F238E27FC236}">
                <a16:creationId xmlns:a16="http://schemas.microsoft.com/office/drawing/2014/main" id="{6D043A04-CFBD-4D7B-90DC-C64C1D84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8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C67C4DF7-D11B-47B5-8041-1845CE2F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makeCylinder(15, 40, ...)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参数1=半径15mm，参数2=高度40mm</a:t>
            </a:r>
          </a:p>
        </p:txBody>
      </p:sp>
      <p:sp>
        <p:nvSpPr>
          <p:cNvPr id="9" name="explain-2">
            <a:extLst xmlns:a="http://schemas.openxmlformats.org/drawingml/2006/main">
              <a:ext uri="{FF2B5EF4-FFF2-40B4-BE49-F238E27FC236}">
                <a16:creationId xmlns:a16="http://schemas.microsoft.com/office/drawing/2014/main" id="{3700A56B-65C2-4707-9820-4C3E95B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4E752C39-E41A-45B4-A1A1-EB5E1131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FreeCAD.Vector(0,0,0)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参数3=圆心坐标(X,Y,Z)，(0,0,0)是原点</a:t>
            </a:r>
          </a:p>
        </p:txBody>
      </p:sp>
      <p:sp>
        <p:nvSpPr>
          <p:cNvPr id="11" name="explain-3">
            <a:extLst xmlns:a="http://schemas.openxmlformats.org/drawingml/2006/main">
              <a:ext uri="{FF2B5EF4-FFF2-40B4-BE49-F238E27FC236}">
                <a16:creationId xmlns:a16="http://schemas.microsoft.com/office/drawing/2014/main" id="{1F2B7B2E-FC8E-47ED-B7D8-F891159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2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F1CA1C7F-12EB-462A-9572-5FE6A08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round(cyl.Volume, 1)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round()四舍五入保留1位小数</a:t>
            </a:r>
          </a:p>
        </p:txBody>
      </p:sp>
      <p:sp>
        <p:nvSpPr>
          <p:cNvPr id="13" name="explain-4">
            <a:extLst xmlns:a="http://schemas.openxmlformats.org/drawingml/2006/main">
              <a:ext uri="{FF2B5EF4-FFF2-40B4-BE49-F238E27FC236}">
                <a16:creationId xmlns:a16="http://schemas.microsoft.com/office/drawing/2014/main" id="{9D9849B9-305E-499E-BAF6-47185E7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4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1EEB66A7-4E47-43F6-8371-4DE6A11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 半径 / # 高度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参数后加注释说明含义，代码更易读</a:t>
            </a:r>
          </a:p>
        </p:txBody>
      </p:sp>
    </p:spTree>
    <p:extLst>
      <p:ext uri="{BB962C8B-B14F-4D97-AF65-F5344CB8AC3E}">
        <p14:creationId xmlns:p14="http://schemas.microsoft.com/office/powerpoint/2010/main" val="941538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688470F4-ECB5-4887-8A54-5E8CC49A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ADEF19-FC92-4D69-899B-EDE94E2C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for循环 — 批量创建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6BD025A-E774-42F0-A2B0-2384D69B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🔁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9F7F93D-1111-4A64-8319-356502E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模块三  ·  8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A886833D-2DA0-4815-8455-20A70A6A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重复执行代码，不用复制粘贴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C431B492-D07A-4D4B-A7E9-D901972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21DFEB86-1006-49A2-BBD3-0DDC4D3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 i in range(5):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x = i * 10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cyl = Part.makeCylinder(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3, 5, FreeCAD.Vector(x, 0, 0))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Part.show(cyl)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print('创建了5个圆柱')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52BE94CF-30F9-459E-93D5-505C696D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748FA0D4-5AF0-49DF-88C6-22FF3AA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 i in range(5):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循环5次，i从0到4。注意末尾冒号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E90F189E-E3F3-4929-8201-C1402904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F58FCD90-14F7-45F9-9ED9-904BE7BA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 = i * 10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每次x变化：0,10,20,30,40。圆柱间距10mm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23CBB69B-77CF-4444-B8FF-356BAF1F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F2F4AD7A-E38F-4C5F-8E70-585CDE83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缩进4格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循环体代码必须缩进（4空格），表示属于for</a:t>
            </a:r>
          </a:p>
        </p:txBody>
      </p:sp>
      <p:sp>
        <p:nvSpPr>
          <p:cNvPr id="14" name="explain-4">
            <a:extLst xmlns:a="http://schemas.openxmlformats.org/drawingml/2006/main">
              <a:ext uri="{FF2B5EF4-FFF2-40B4-BE49-F238E27FC236}">
                <a16:creationId xmlns:a16="http://schemas.microsoft.com/office/drawing/2014/main" id="{30A9DFC5-9A8F-4F4F-9A06-F5B9F9C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386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5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1E66A4D9-1A20-4911-8DE8-D12A2946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958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Part.show(cyl)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每次循环创建+显示1个圆柱，5次=5个</a:t>
            </a:r>
          </a:p>
        </p:txBody>
      </p:sp>
    </p:spTree>
    <p:extLst>
      <p:ext uri="{BB962C8B-B14F-4D97-AF65-F5344CB8AC3E}">
        <p14:creationId xmlns:p14="http://schemas.microsoft.com/office/powerpoint/2010/main" val="1038694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9320FD-B7B3-4191-9383-CF151365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4561D-73BD-4122-AEF9-1D88F9A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for循环应用 — 乐高积木8圆柱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896C34B-741C-45E7-856C-18F667FF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模块三  ·  9</a:t>
            </a:r>
          </a:p>
        </p:txBody>
      </p:sp>
      <p:sp>
        <p:nvSpPr>
          <p:cNvPr id="4" name="code-panel">
            <a:extLst xmlns:a="http://schemas.openxmlformats.org/drawingml/2006/main">
              <a:ext uri="{FF2B5EF4-FFF2-40B4-BE49-F238E27FC236}">
                <a16:creationId xmlns:a16="http://schemas.microsoft.com/office/drawing/2014/main" id="{A3CE8481-C1EB-43F2-97EA-80362C8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5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58113BB5-E3B5-4911-B380-1D143D8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 = Part.makeBox(31.8, 15.8, 9.6)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shape = 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 c in range(4): # 4列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 r in range(2): # 2行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x = 3.9 + c * 8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y = 3.9 + r * 8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stud = Part.makeCylinder(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2.45, 1.8,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FreeCAD.Vector(x, y, 9.6))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shape = shape.fuse(stud)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Part.show(shape)</a:t>
            </a:r>
          </a:p>
        </p:txBody>
      </p:sp>
      <p:sp>
        <p:nvSpPr>
          <p:cNvPr id="6" name="explain-1">
            <a:extLst xmlns:a="http://schemas.openxmlformats.org/drawingml/2006/main">
              <a:ext uri="{FF2B5EF4-FFF2-40B4-BE49-F238E27FC236}">
                <a16:creationId xmlns:a16="http://schemas.microsoft.com/office/drawing/2014/main" id="{A5FCFE82-C188-40A0-B94F-A887433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7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08ACF6AA-9F9C-4932-87F4-946B8B4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for c in range(4):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外循环4列（c=0,1,2,3）</a:t>
            </a:r>
          </a:p>
        </p:txBody>
      </p:sp>
      <p:sp>
        <p:nvSpPr>
          <p:cNvPr id="8" name="explain-2">
            <a:extLst xmlns:a="http://schemas.openxmlformats.org/drawingml/2006/main">
              <a:ext uri="{FF2B5EF4-FFF2-40B4-BE49-F238E27FC236}">
                <a16:creationId xmlns:a16="http://schemas.microsoft.com/office/drawing/2014/main" id="{BDD0A5E3-1C8E-41AD-82EE-9C4F6033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A021B88C-FE98-439B-8B03-564498E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for r in range(2):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内循环2行（r=0,1）。嵌套=4×2=8个圆柱</a:t>
            </a:r>
          </a:p>
        </p:txBody>
      </p:sp>
      <p:sp>
        <p:nvSpPr>
          <p:cNvPr id="10" name="explain-3">
            <a:extLst xmlns:a="http://schemas.openxmlformats.org/drawingml/2006/main">
              <a:ext uri="{FF2B5EF4-FFF2-40B4-BE49-F238E27FC236}">
                <a16:creationId xmlns:a16="http://schemas.microsoft.com/office/drawing/2014/main" id="{1CD59FEB-49DC-4802-BB72-BA22DEE9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1FDD45F5-9BE7-4816-AFC6-FC5043C1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x = 3.9 + c * 8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圆柱X坐标：3.9,11.9,19.9,27.9，相邻中心距8mm</a:t>
            </a:r>
          </a:p>
        </p:txBody>
      </p:sp>
      <p:sp>
        <p:nvSpPr>
          <p:cNvPr id="12" name="explain-4">
            <a:extLst xmlns:a="http://schemas.openxmlformats.org/drawingml/2006/main">
              <a:ext uri="{FF2B5EF4-FFF2-40B4-BE49-F238E27FC236}">
                <a16:creationId xmlns:a16="http://schemas.microsoft.com/office/drawing/2014/main" id="{FD0FD9A3-AC5B-421F-97A3-44DAA4E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3D181753-53AE-4BB3-BC6E-5A04990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shape.fuse(stud)</a:t>
            </a:r>
          </a:p>
          <a:p xmlns:a="http://schemas.openxmlformats.org/drawingml/2006/main">
            <a:pPr algn="l">
              <a:def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fuse=布尔并，把圆柱合并到底座上</a:t>
            </a:r>
          </a:p>
        </p:txBody>
      </p:sp>
    </p:spTree>
    <p:extLst>
      <p:ext uri="{BB962C8B-B14F-4D97-AF65-F5344CB8AC3E}">
        <p14:creationId xmlns:p14="http://schemas.microsoft.com/office/powerpoint/2010/main" val="519694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2F758B1F-C5D1-4C86-B8D8-0EEEC91F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2B6982-9E32-4DF9-B217-8F366FB6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def函数 — 封装重复代码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675753F8-F34C-4D15-AC02-588B92C7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1A89F8-4574-49A4-B83C-9D2D2D69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模块三  ·  10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48138B08-ECEE-4ADC-A693-32E5724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6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CD824BB7-D8A5-43BA-9178-3E94D1EB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Part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 make_brick(L, W, H, x=0, y=0):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"""创建积木块"""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box = Part.makeBox(L, W, H,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FreeCAD.Vector(x, y, 0))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return 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brick1 = make_brick(32, 16, 9.6)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brick2 = make_brick(16, 16, 9.6, x=40)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Part.show(brick1)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Part.show(brick2)</a:t>
            </a:r>
          </a:p>
        </p:txBody>
      </p:sp>
      <p:sp>
        <p:nvSpPr>
          <p:cNvPr id="7" name="explain-1">
            <a:extLst xmlns:a="http://schemas.openxmlformats.org/drawingml/2006/main">
              <a:ext uri="{FF2B5EF4-FFF2-40B4-BE49-F238E27FC236}">
                <a16:creationId xmlns:a16="http://schemas.microsoft.com/office/drawing/2014/main" id="{2BB086F3-5B25-4999-A1C3-37B5ADC4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8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7158A56C-0591-4847-9108-AE0382F6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def make_brick(...):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定义函数，名为make_brick。注意冒号</a:t>
            </a:r>
          </a:p>
        </p:txBody>
      </p:sp>
      <p:sp>
        <p:nvSpPr>
          <p:cNvPr id="9" name="explain-2">
            <a:extLst xmlns:a="http://schemas.openxmlformats.org/drawingml/2006/main">
              <a:ext uri="{FF2B5EF4-FFF2-40B4-BE49-F238E27FC236}">
                <a16:creationId xmlns:a16="http://schemas.microsoft.com/office/drawing/2014/main" id="{D983F314-EB86-4425-A1F2-D217BDF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828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DF021FAD-69D0-4407-A45F-2C9244D0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99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L, W, H, x=0, y=0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参数：长宽高必填，x/y有默认值0可省略</a:t>
            </a:r>
          </a:p>
        </p:txBody>
      </p:sp>
      <p:sp>
        <p:nvSpPr>
          <p:cNvPr id="11" name="explain-3">
            <a:extLst xmlns:a="http://schemas.openxmlformats.org/drawingml/2006/main">
              <a:ext uri="{FF2B5EF4-FFF2-40B4-BE49-F238E27FC236}">
                <a16:creationId xmlns:a16="http://schemas.microsoft.com/office/drawing/2014/main" id="{C1518AE8-B9EC-4078-B8FE-7B7AC2DB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083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2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079F3A23-6A1C-4AE8-869D-733002FF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654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"""创建积木块"""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docstring文档字符串，说明函数做什么</a:t>
            </a:r>
          </a:p>
        </p:txBody>
      </p:sp>
      <p:sp>
        <p:nvSpPr>
          <p:cNvPr id="13" name="explain-4">
            <a:extLst xmlns:a="http://schemas.openxmlformats.org/drawingml/2006/main">
              <a:ext uri="{FF2B5EF4-FFF2-40B4-BE49-F238E27FC236}">
                <a16:creationId xmlns:a16="http://schemas.microsoft.com/office/drawing/2014/main" id="{D47EAEAD-0857-49A9-B0C7-37CBE3D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338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4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D51C3A4F-F15A-4E05-9EF8-E0051A38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909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return box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返回创建的几何体，调用者可用变量接收</a:t>
            </a:r>
          </a:p>
        </p:txBody>
      </p:sp>
      <p:sp>
        <p:nvSpPr>
          <p:cNvPr id="15" name="explain-5">
            <a:extLst xmlns:a="http://schemas.openxmlformats.org/drawingml/2006/main">
              <a:ext uri="{FF2B5EF4-FFF2-40B4-BE49-F238E27FC236}">
                <a16:creationId xmlns:a16="http://schemas.microsoft.com/office/drawing/2014/main" id="{8FB1D34C-EEC6-40DD-9146-D07FD9A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593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6" name="explain-text-5">
            <a:extLst xmlns:a="http://schemas.openxmlformats.org/drawingml/2006/main">
              <a:ext uri="{FF2B5EF4-FFF2-40B4-BE49-F238E27FC236}">
                <a16:creationId xmlns:a16="http://schemas.microsoft.com/office/drawing/2014/main" id="{12FBDF5B-FC19-40B1-8858-57BF8A8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164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make_brick(32,16,9.6)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调用：传3参数，x/y用默认值0</a:t>
            </a:r>
          </a:p>
        </p:txBody>
      </p:sp>
      <p:sp>
        <p:nvSpPr>
          <p:cNvPr id="17" name="explain-6">
            <a:extLst xmlns:a="http://schemas.openxmlformats.org/drawingml/2006/main">
              <a:ext uri="{FF2B5EF4-FFF2-40B4-BE49-F238E27FC236}">
                <a16:creationId xmlns:a16="http://schemas.microsoft.com/office/drawing/2014/main" id="{DF2CAA12-763F-40F3-9B9F-DE22500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84800"/>
            <a:ext cx="4191000" cy="730250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8" name="explain-text-6">
            <a:extLst xmlns:a="http://schemas.openxmlformats.org/drawingml/2006/main">
              <a:ext uri="{FF2B5EF4-FFF2-40B4-BE49-F238E27FC236}">
                <a16:creationId xmlns:a16="http://schemas.microsoft.com/office/drawing/2014/main" id="{E11CA49C-5B62-4BF8-B25B-FB3CAFD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41950"/>
            <a:ext cx="3962400" cy="61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make_brick(16,16,9.6,x=40)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调用：传4参数，x指定为40（位置偏移）</a:t>
            </a:r>
          </a:p>
        </p:txBody>
      </p:sp>
    </p:spTree>
    <p:extLst>
      <p:ext uri="{BB962C8B-B14F-4D97-AF65-F5344CB8AC3E}">
        <p14:creationId xmlns:p14="http://schemas.microsoft.com/office/powerpoint/2010/main" val="720496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2FF4B6E6-1DF5-4B0F-8453-6A67B403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7D4F85-09B2-4B89-9D76-0DFFD1EA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成果：参数化笔筒与循环阵列乐高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DE07AD1B-5320-4980-B10E-17DB44C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模块三  ·  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388dc96b34926"/>
          <a:stretch xmlns:a="http://schemas.openxmlformats.org/drawingml/2006/main"/>
        </p:blipFill>
        <p:spPr>
          <a:xfrm xmlns:a="http://schemas.openxmlformats.org/drawingml/2006/main">
            <a:off x="6248400" y="1701800"/>
            <a:ext cx="4953000" cy="33020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3bf8e214c41ed"/>
          <a:stretch xmlns:a="http://schemas.openxmlformats.org/drawingml/2006/main"/>
        </p:blipFill>
        <p:spPr>
          <a:xfrm xmlns:a="http://schemas.openxmlformats.org/drawingml/2006/main">
            <a:off x="990600" y="1701800"/>
            <a:ext cx="4953000" cy="33020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6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A4CC5D68-204F-4FB5-8EAF-804407F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实践作业2：十二边参数化笔筒 · 实践作业3：循环生成凸点、空腔和加强管</a:t>
            </a:r>
          </a:p>
          <a:p xmlns:a="http://schemas.openxmlformats.org/drawingml/2006/main">
            <a:pPr algn="ctr">
              <a:def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STEAM融合点：T技术 + M数学（变量、尺寸、循环与阵列关系）</a:t>
            </a:r>
          </a:p>
        </p:txBody>
      </p:sp>
    </p:spTree>
    <p:extLst>
      <p:ext uri="{BB962C8B-B14F-4D97-AF65-F5344CB8AC3E}">
        <p14:creationId xmlns:p14="http://schemas.microsoft.com/office/powerpoint/2010/main" val="17499131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5ADAF475-2F66-442B-B9DA-CB5058F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3781EC-F20F-49E7-937F-5BF32799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第9课：调试与打印检查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AA16B2D1-AF32-4877-9830-0B26B623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🧪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D0A544-08CF-4285-8D48-BC1EDE4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模块三  ·  12</a:t>
            </a:r>
          </a:p>
        </p:txBody>
      </p:sp>
      <p:sp>
        <p:nvSpPr>
          <p:cNvPr id="5" name="code-panel">
            <a:extLst xmlns:a="http://schemas.openxmlformats.org/drawingml/2006/main">
              <a:ext uri="{FF2B5EF4-FFF2-40B4-BE49-F238E27FC236}">
                <a16:creationId xmlns:a16="http://schemas.microsoft.com/office/drawing/2014/main" id="{374550DB-C30F-4182-8516-9561E97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6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E62DBEB4-E174-4FDD-85C2-697561A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checked = brick.removeSplitter()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valid = checked.isValid()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solids = len(checked.Solids)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size = checked.BoundBox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print('有效:', valid)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print('实体数:', solids)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print(round(size.XLength, 1),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round(size.YLength, 1),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round(size.ZLength, 1))</a:t>
            </a:r>
          </a:p>
        </p:txBody>
      </p:sp>
      <p:sp>
        <p:nvSpPr>
          <p:cNvPr id="7" name="explain-1">
            <a:extLst xmlns:a="http://schemas.openxmlformats.org/drawingml/2006/main">
              <a:ext uri="{FF2B5EF4-FFF2-40B4-BE49-F238E27FC236}">
                <a16:creationId xmlns:a16="http://schemas.microsoft.com/office/drawing/2014/main" id="{AB55B1D3-BD15-4756-AC49-A84699BE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573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8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E158E413-530B-4F5A-B810-309D3B0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144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removeSplitter()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清理布尔运算残余分割边</a:t>
            </a:r>
          </a:p>
        </p:txBody>
      </p:sp>
      <p:sp>
        <p:nvSpPr>
          <p:cNvPr id="9" name="explain-2">
            <a:extLst xmlns:a="http://schemas.openxmlformats.org/drawingml/2006/main">
              <a:ext uri="{FF2B5EF4-FFF2-40B4-BE49-F238E27FC236}">
                <a16:creationId xmlns:a16="http://schemas.microsoft.com/office/drawing/2014/main" id="{25F700C0-EB6A-48EC-B114-68D9C84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0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EF7BCAB6-D7C8-4B8C-AA64-9A8DA89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isValid()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检查拓扑是否合法，应为True</a:t>
            </a:r>
          </a:p>
        </p:txBody>
      </p:sp>
      <p:sp>
        <p:nvSpPr>
          <p:cNvPr id="11" name="explain-3">
            <a:extLst xmlns:a="http://schemas.openxmlformats.org/drawingml/2006/main">
              <a:ext uri="{FF2B5EF4-FFF2-40B4-BE49-F238E27FC236}">
                <a16:creationId xmlns:a16="http://schemas.microsoft.com/office/drawing/2014/main" id="{454EFBF4-AE42-4B85-954B-DFA82175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2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045EEE3C-7AB9-4BB1-871E-A1C18D68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956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len(Solids)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统计实体数，应为1</a:t>
            </a:r>
          </a:p>
        </p:txBody>
      </p:sp>
      <p:sp>
        <p:nvSpPr>
          <p:cNvPr id="13" name="explain-4">
            <a:extLst xmlns:a="http://schemas.openxmlformats.org/drawingml/2006/main">
              <a:ext uri="{FF2B5EF4-FFF2-40B4-BE49-F238E27FC236}">
                <a16:creationId xmlns:a16="http://schemas.microsoft.com/office/drawing/2014/main" id="{5B38F729-0566-40A0-9FD1-204BA90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4" name="explain-text-4">
            <a:extLst xmlns:a="http://schemas.openxmlformats.org/drawingml/2006/main">
              <a:ext uri="{FF2B5EF4-FFF2-40B4-BE49-F238E27FC236}">
                <a16:creationId xmlns:a16="http://schemas.microsoft.com/office/drawing/2014/main" id="{26C528AD-908F-4A20-BFF3-9CB61154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862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BoundBox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读取长宽高，应约31.8×15.8×11.4mm</a:t>
            </a:r>
          </a:p>
        </p:txBody>
      </p:sp>
      <p:sp>
        <p:nvSpPr>
          <p:cNvPr id="15" name="explain-5">
            <a:extLst xmlns:a="http://schemas.openxmlformats.org/drawingml/2006/main">
              <a:ext uri="{FF2B5EF4-FFF2-40B4-BE49-F238E27FC236}">
                <a16:creationId xmlns:a16="http://schemas.microsoft.com/office/drawing/2014/main" id="{8457EA2D-ABCD-40B9-8F9F-3FD785A0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6" name="explain-text-5">
            <a:extLst xmlns:a="http://schemas.openxmlformats.org/drawingml/2006/main">
              <a:ext uri="{FF2B5EF4-FFF2-40B4-BE49-F238E27FC236}">
                <a16:creationId xmlns:a16="http://schemas.microsoft.com/office/drawing/2014/main" id="{5B784DBB-CF52-4FCA-A4BB-9695DB6E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768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仍需目视检查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8凸点、3加强管、底部空腔、最小壁厚</a:t>
            </a:r>
          </a:p>
        </p:txBody>
      </p:sp>
    </p:spTree>
    <p:extLst>
      <p:ext uri="{BB962C8B-B14F-4D97-AF65-F5344CB8AC3E}">
        <p14:creationId xmlns:p14="http://schemas.microsoft.com/office/powerpoint/2010/main" val="546855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98841D4-9774-4828-BED6-272835D3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2235D-BA0E-4BB2-A8FC-4749AC01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模块三总结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DAC22DAC-D571-460F-83C7-BF69984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53ABA7E-41CC-4055-B70F-93193856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模块三  ·  13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562B35AF-96FE-43BB-B64B-C6D28B33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 = 存数据的容器（name = 'FreeCAD'）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print() = 输出到控制台（调试必备）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import Part = 导入3D建模模块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makeBox/makeCylinder = 代码创建几何体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for循环 = 批量创建（不用复制粘贴）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def函数 = 封装代码（一次写好，多次调用）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模型验证 = 有效几何 + 单一实体 + 可打印结构</a:t>
            </a:r>
          </a:p>
        </p:txBody>
      </p:sp>
    </p:spTree>
    <p:extLst>
      <p:ext uri="{BB962C8B-B14F-4D97-AF65-F5344CB8AC3E}">
        <p14:creationId xmlns:p14="http://schemas.microsoft.com/office/powerpoint/2010/main" val="987704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2026-07-26T04:43:59.8100000Z</dcterms:created>
  <dcterms:modified xsi:type="dcterms:W3CDTF">2026-07-26T04:43:59.8100000Z</dcterms:modified>
</coreProperties>
</file>