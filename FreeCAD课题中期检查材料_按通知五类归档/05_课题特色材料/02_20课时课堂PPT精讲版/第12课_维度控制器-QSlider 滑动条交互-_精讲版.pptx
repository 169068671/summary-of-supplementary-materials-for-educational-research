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54afb8d48046df" /><Relationship Type="http://schemas.openxmlformats.org/officeDocument/2006/relationships/extended-properties" Target="/docProps/app.xml" Id="Rafe71c40621249b7" /><Relationship Type="http://schemas.openxmlformats.org/officeDocument/2006/relationships/officeDocument" Target="/ppt/presentation.xml" Id="Rcf04b43d8e3048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41e7beb06b4677"/>
  </p:sldMasterIdLst>
  <p:notesMasterIdLst>
    <p:notesMasterId xmlns:r="http://schemas.openxmlformats.org/officeDocument/2006/relationships" r:id="R318d37517d324051"/>
  </p:notesMasterIdLst>
  <p:sldIdLst>
    <p:sldId xmlns:r="http://schemas.openxmlformats.org/officeDocument/2006/relationships" id="256" r:id="R43ecb77761bc442e"/>
    <p:sldId xmlns:r="http://schemas.openxmlformats.org/officeDocument/2006/relationships" id="257" r:id="R1369ce83dfec4f05"/>
    <p:sldId xmlns:r="http://schemas.openxmlformats.org/officeDocument/2006/relationships" id="258" r:id="Rd5d18cf66db44752"/>
    <p:sldId xmlns:r="http://schemas.openxmlformats.org/officeDocument/2006/relationships" id="259" r:id="R29ec1ba4cea8471b"/>
    <p:sldId xmlns:r="http://schemas.openxmlformats.org/officeDocument/2006/relationships" id="260" r:id="R4dde772a7dd34c86"/>
    <p:sldId xmlns:r="http://schemas.openxmlformats.org/officeDocument/2006/relationships" id="261" r:id="Rb17307168d8a42dd"/>
    <p:sldId xmlns:r="http://schemas.openxmlformats.org/officeDocument/2006/relationships" id="262" r:id="R2b91ea6ffaad4c9a"/>
    <p:sldId xmlns:r="http://schemas.openxmlformats.org/officeDocument/2006/relationships" id="263" r:id="Re2c9290babe04a68"/>
    <p:sldId xmlns:r="http://schemas.openxmlformats.org/officeDocument/2006/relationships" id="264" r:id="R49c4322e13b84858"/>
    <p:sldId xmlns:r="http://schemas.openxmlformats.org/officeDocument/2006/relationships" id="265" r:id="Reccff13ca5f24548"/>
    <p:sldId xmlns:r="http://schemas.openxmlformats.org/officeDocument/2006/relationships" id="266" r:id="R39dcf3f2df2b4e0b"/>
    <p:sldId xmlns:r="http://schemas.openxmlformats.org/officeDocument/2006/relationships" id="267" r:id="R747dd1cf2bf649cd"/>
    <p:sldId xmlns:r="http://schemas.openxmlformats.org/officeDocument/2006/relationships" id="268" r:id="R3e6246ce7c734055"/>
    <p:sldId xmlns:r="http://schemas.openxmlformats.org/officeDocument/2006/relationships" id="269" r:id="R42cd982df5f7400c"/>
    <p:sldId xmlns:r="http://schemas.openxmlformats.org/officeDocument/2006/relationships" id="270" r:id="R70fdfc9496424f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af0dc433e34b22" /><Relationship Type="http://schemas.openxmlformats.org/officeDocument/2006/relationships/slideMaster" Target="/ppt/slideMasters/slideMaster1.xml" Id="R1a41e7beb06b4677" /><Relationship Type="http://schemas.openxmlformats.org/officeDocument/2006/relationships/notesMaster" Target="/ppt/notesMasters/notesMaster1.xml" Id="R318d37517d324051" /><Relationship Type="http://schemas.openxmlformats.org/officeDocument/2006/relationships/presProps" Target="/ppt/presProps.xml" Id="Re79fec36fd6946e5" /><Relationship Type="http://schemas.openxmlformats.org/officeDocument/2006/relationships/tableStyles" Target="/ppt/tableStyles.xml" Id="Rd375901a35de4ccc" /><Relationship Type="http://schemas.openxmlformats.org/officeDocument/2006/relationships/slide" Target="/ppt/slides/slide1.xml" Id="R43ecb77761bc442e" /><Relationship Type="http://schemas.openxmlformats.org/officeDocument/2006/relationships/slide" Target="/ppt/slides/slide2.xml" Id="R1369ce83dfec4f05" /><Relationship Type="http://schemas.openxmlformats.org/officeDocument/2006/relationships/slide" Target="/ppt/slides/slide3.xml" Id="Rd5d18cf66db44752" /><Relationship Type="http://schemas.openxmlformats.org/officeDocument/2006/relationships/slide" Target="/ppt/slides/slide4.xml" Id="R29ec1ba4cea8471b" /><Relationship Type="http://schemas.openxmlformats.org/officeDocument/2006/relationships/slide" Target="/ppt/slides/slide5.xml" Id="R4dde772a7dd34c86" /><Relationship Type="http://schemas.openxmlformats.org/officeDocument/2006/relationships/slide" Target="/ppt/slides/slide6.xml" Id="Rb17307168d8a42dd" /><Relationship Type="http://schemas.openxmlformats.org/officeDocument/2006/relationships/slide" Target="/ppt/slides/slide7.xml" Id="R2b91ea6ffaad4c9a" /><Relationship Type="http://schemas.openxmlformats.org/officeDocument/2006/relationships/slide" Target="/ppt/slides/slide8.xml" Id="Re2c9290babe04a68" /><Relationship Type="http://schemas.openxmlformats.org/officeDocument/2006/relationships/slide" Target="/ppt/slides/slide9.xml" Id="R49c4322e13b84858" /><Relationship Type="http://schemas.openxmlformats.org/officeDocument/2006/relationships/slide" Target="/ppt/slides/slide10.xml" Id="Reccff13ca5f24548" /><Relationship Type="http://schemas.openxmlformats.org/officeDocument/2006/relationships/slide" Target="/ppt/slides/slide11.xml" Id="R39dcf3f2df2b4e0b" /><Relationship Type="http://schemas.openxmlformats.org/officeDocument/2006/relationships/slide" Target="/ppt/slides/slide12.xml" Id="R747dd1cf2bf649cd" /><Relationship Type="http://schemas.openxmlformats.org/officeDocument/2006/relationships/slide" Target="/ppt/slides/slide13.xml" Id="R3e6246ce7c734055" /><Relationship Type="http://schemas.openxmlformats.org/officeDocument/2006/relationships/slide" Target="/ppt/slides/slide14.xml" Id="R42cd982df5f7400c" /><Relationship Type="http://schemas.openxmlformats.org/officeDocument/2006/relationships/slide" Target="/ppt/slides/slide15.xml" Id="R70fdfc9496424f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846de8f45640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05ae4a838a4b02" /><Relationship Type="http://schemas.openxmlformats.org/officeDocument/2006/relationships/notesMaster" Target="/ppt/notesMasters/notesMaster1.xml" Id="R26d3c9a4e8ac4f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3c7e0237b24c74" /><Relationship Type="http://schemas.openxmlformats.org/officeDocument/2006/relationships/notesMaster" Target="/ppt/notesMasters/notesMaster1.xml" Id="R9db88165854e40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3fb84cbea643e0" /><Relationship Type="http://schemas.openxmlformats.org/officeDocument/2006/relationships/notesMaster" Target="/ppt/notesMasters/notesMaster1.xml" Id="R9e1c1304ff0b4f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d4d2f166e1403f" /><Relationship Type="http://schemas.openxmlformats.org/officeDocument/2006/relationships/notesMaster" Target="/ppt/notesMasters/notesMaster1.xml" Id="R868678bbaf5540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75650d2f4c4c5e" /><Relationship Type="http://schemas.openxmlformats.org/officeDocument/2006/relationships/notesMaster" Target="/ppt/notesMasters/notesMaster1.xml" Id="Ra270378f4a6f49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571952dd3d4ea6" /><Relationship Type="http://schemas.openxmlformats.org/officeDocument/2006/relationships/notesMaster" Target="/ppt/notesMasters/notesMaster1.xml" Id="R14a13f064d9741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e23250e7c64fda" /><Relationship Type="http://schemas.openxmlformats.org/officeDocument/2006/relationships/notesMaster" Target="/ppt/notesMasters/notesMaster1.xml" Id="Rd74a64fdf28442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e2a0a5875d4f68" /><Relationship Type="http://schemas.openxmlformats.org/officeDocument/2006/relationships/notesMaster" Target="/ppt/notesMasters/notesMaster1.xml" Id="R5c6e6b3d1ce843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ae38bf7b034c4e" /><Relationship Type="http://schemas.openxmlformats.org/officeDocument/2006/relationships/notesMaster" Target="/ppt/notesMasters/notesMaster1.xml" Id="R4b408cff97bc4d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bbe09c84fa4e4c" /><Relationship Type="http://schemas.openxmlformats.org/officeDocument/2006/relationships/notesMaster" Target="/ppt/notesMasters/notesMaster1.xml" Id="R4f19f328d9b942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5d8f38831640a0" /><Relationship Type="http://schemas.openxmlformats.org/officeDocument/2006/relationships/notesMaster" Target="/ppt/notesMasters/notesMaster1.xml" Id="R69b71f7912f646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d42a5db2f141b3" /><Relationship Type="http://schemas.openxmlformats.org/officeDocument/2006/relationships/notesMaster" Target="/ppt/notesMasters/notesMaster1.xml" Id="R72622ca42b534f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cce954874a4ef8" /><Relationship Type="http://schemas.openxmlformats.org/officeDocument/2006/relationships/notesMaster" Target="/ppt/notesMasters/notesMaster1.xml" Id="Re40f4b1221444d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7791bc69a6461c" /><Relationship Type="http://schemas.openxmlformats.org/officeDocument/2006/relationships/notesMaster" Target="/ppt/notesMasters/notesMaster1.xml" Id="R932e82d6647d49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a2043020eb4849" /><Relationship Type="http://schemas.openxmlformats.org/officeDocument/2006/relationships/notesMaster" Target="/ppt/notesMasters/notesMaster1.xml" Id="R61de9265998441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424ae8da742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0ce82817ad4d68" /><Relationship Type="http://schemas.openxmlformats.org/officeDocument/2006/relationships/slideLayout" Target="/ppt/slideLayouts/slideLayout1.xml" Id="R3682056b1dc042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82056b1dc042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38d71ceb44e18" /><Relationship Type="http://schemas.openxmlformats.org/officeDocument/2006/relationships/notesSlide" Target="/ppt/notesSlides/notesSlide1.xml" Id="R9f9f49b7a5424e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ebf88f0aa4bf1" /><Relationship Type="http://schemas.openxmlformats.org/officeDocument/2006/relationships/notesSlide" Target="/ppt/notesSlides/notesSlide2.xml" Id="R0b6b179ee75d4a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075f2e23746a9" /><Relationship Type="http://schemas.openxmlformats.org/officeDocument/2006/relationships/notesSlide" Target="/ppt/notesSlides/notesSlide3.xml" Id="Re4fca8c54ea043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9dd1a77364dc0" /><Relationship Type="http://schemas.openxmlformats.org/officeDocument/2006/relationships/notesSlide" Target="/ppt/notesSlides/notesSlide4.xml" Id="R8e5e94325cec44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805abfcdd4e05" /><Relationship Type="http://schemas.openxmlformats.org/officeDocument/2006/relationships/notesSlide" Target="/ppt/notesSlides/notesSlide5.xml" Id="Ra9f100d5ef2d4b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f23cedb864a0f" /><Relationship Type="http://schemas.openxmlformats.org/officeDocument/2006/relationships/notesSlide" Target="/ppt/notesSlides/notesSlide6.xml" Id="R6c703ae914bc4a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665f7011a4725" /><Relationship Type="http://schemas.openxmlformats.org/officeDocument/2006/relationships/notesSlide" Target="/ppt/notesSlides/notesSlide7.xml" Id="Raaec89ef95b345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3b8a011774ee6" /><Relationship Type="http://schemas.openxmlformats.org/officeDocument/2006/relationships/notesSlide" Target="/ppt/notesSlides/notesSlide8.xml" Id="R5b444ddb9eec4a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102fe5d1f4811" /><Relationship Type="http://schemas.openxmlformats.org/officeDocument/2006/relationships/notesSlide" Target="/ppt/notesSlides/notesSlide9.xml" Id="Rcbe5ab9dcfd046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b7a5e9cd04067" /><Relationship Type="http://schemas.openxmlformats.org/officeDocument/2006/relationships/notesSlide" Target="/ppt/notesSlides/notesSlide10.xml" Id="Rdff2fdf1b07a4f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6463a05d94255" /><Relationship Type="http://schemas.openxmlformats.org/officeDocument/2006/relationships/notesSlide" Target="/ppt/notesSlides/notesSlide11.xml" Id="R3e48b9313c8244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ab62991134d34" /><Relationship Type="http://schemas.openxmlformats.org/officeDocument/2006/relationships/notesSlide" Target="/ppt/notesSlides/notesSlide12.xml" Id="R18da1657686e4f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9831659ad4af5" /><Relationship Type="http://schemas.openxmlformats.org/officeDocument/2006/relationships/notesSlide" Target="/ppt/notesSlides/notesSlide13.xml" Id="R8e937d98c88240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4e81046f549f3" /><Relationship Type="http://schemas.openxmlformats.org/officeDocument/2006/relationships/notesSlide" Target="/ppt/notesSlides/notesSlide14.xml" Id="R631fbc6fcb4544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f92bd5a564262" /><Relationship Type="http://schemas.openxmlformats.org/officeDocument/2006/relationships/notesSlide" Target="/ppt/notesSlides/notesSlide15.xml" Id="Rc6ea5ed3ffc445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630960-856F-4C08-AC98-E0DBEA36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模块4  GUI交互开发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22EEC-1D16-499E-8F8A-B0ACCC9E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12 课：维度控制器（QSlider 滑动条交互）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7BBDB-890E-44EA-9D2C-C3A80504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"将滑动条离散的整型数值通过数学比例运算，映射为3D模型的物理尺寸或旋转弧度。"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45E32-B096-4458-8CD6-EA791A47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4BB52-6D3E-4BAC-9365-56C9F2B1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7776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DFC561-C2BE-42C1-9E49-322BE73E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4FFD9-FD67-43F2-B7FD-E24C9D01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7AF4B-B3A6-4B58-9D61-9E13CE85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DD754-FB8E-4F55-B83C-A0EFD7F7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3B45A-E419-4DC1-8D31-3B06706E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滑动条把有限范围的整数映射为模型尺寸或角度。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DD836-4AA1-46EE-B2F4-3330E022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FC581-E718-4280-8D5B-C42CAED6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F43E6-EEAF-4C48-B166-49E039AB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42B0D-6376-4A0B-9728-5CCB37EE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B8748-5C9E-4C03-89C4-850A3490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14ECDD-09D2-448E-81F1-CAB54F3F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5F27C-8EA7-41C7-AA2A-37528877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4518385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1EB6F7-716C-47A3-B7EF-847A29D2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A9F5D-A695-4A05-B73A-BFFA4863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17989-6C3E-4C50-BF8D-453649D9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D47B5-EBE7-4277-89F1-88D9DA76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0A2C0-EAC0-4FF8-9321-9C752C40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D113E-B2F3-438A-B808-388828B2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5B389-372A-4C12-9191-BCCE16AB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滑动条把有限范围的整数映射为模型尺寸或角度。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93979-82DE-484F-93BE-174EAA4A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4C6FA-9D17-4B24-B51F-D3399FDB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93C0F-9171-4058-B527-0A6DAFF0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42996-681C-478A-B2AE-74CC69B1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模型值 = 最小值 + 滑块比例 ×（最大值－最小值）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46032-47B4-44D9-B5CF-D1F6B6ED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62120-9D1C-49BB-BDB2-5D561DC0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7A6EE-591D-4BF5-9CAF-F22C2BAE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2A6D08-8AD0-4010-B3A4-B00FA53B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滑块控制球体半径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9DCAA-A946-4399-B1D2-21A24775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1880730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40E536-08A2-4966-BC13-A6D6429E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00EF4-D2BB-4C09-B9EA-0287DF09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5BA34-1CD3-41A0-8E13-35C5F5F2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07072-A763-4D5B-8216-E94ED2EE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音量条改变声音大小，尺寸条改变模型参数。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F81D8-3E89-449A-868A-3D65C64E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C9EE9-EFD1-4BEF-BBB9-3F867309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913B7-8B55-4D4C-8B77-EE113745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CF69B-1F63-4A2B-B0CB-E6BEB832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BE5B5-86BD-4254-B691-99BD9738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3461D-1C97-4855-AF41-9A081A9F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4981901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38B6AA-F640-413A-AFB4-7E1EC1E5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C6D41-2F6A-4CFA-9A6C-E235EFF9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217F6-6CFF-47D6-B234-E769F96E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2DCC6-59E6-4301-A1EA-7F93E5DC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模型值 = 最小值 + 滑块比例 ×（最大值－最小值）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682DF-3BB7-43FB-B51B-772D7B53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6A266-A2C5-4170-95D6-44749303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先把滑块位置换成0到1的比例，再映射到实际尺寸。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B90D8-427C-4CC9-B45D-073F9E95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5EE44-E345-4AEF-9CD8-36D0906C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20410070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C40AA8-08FA-41B0-9789-A02E5631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DD536-3F9A-4CED-92A0-3238B6E9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B8382-108F-4A1A-8457-4286D1FF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0C74F-03F8-42E7-BA79-D96E73A7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C4D62-1776-4120-B172-1CF1FD0B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滑块50%，尺寸范围10到100：模型值=10+0.5×90=55。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E87FB-2227-4D1A-BD5E-AFFA0E6B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22C02-6D3C-4932-ACF8-82B225A6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滑块50%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F71D5-F349-4E42-9FC1-775CD878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98F805-D06E-43FB-9450-73820117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尺寸范围10到100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ED4A3-4C49-4043-AF23-9C5C1D67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1D23D-C5FB-42C5-96C5-D2FBF924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模型值=10+0.5×90=55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5808F-CB16-4486-8198-4EEE813D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17577351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1BAB8A-245C-4308-803B-CE3B79D7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6107E-C7BC-47D0-B36F-D64D2AA6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6E83B-BF9D-4F33-8B9B-D7012F0D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C9F8E-1E8B-4BA3-8C1F-65D76180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30E56-B21F-4BFE-8F9D-05388367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AEEDE-BF18-433A-8BC7-3A1E615E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F9E48-10D0-4FBE-90DB-19946780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FA7B2-C15E-4C7F-9CD6-18353683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758DC-3BAA-419A-A65C-1E239129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4342C-E461-496F-9B98-022A8CA5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770A1-3274-4EA1-B3F3-9E0C218B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DA138-4E00-4E41-9F6F-B2CE952D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E936A-9E49-420F-B8D7-7B50DBB4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8665395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ADDA04-BF44-471B-B072-6FF899CA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8398B-DB30-4B96-8244-6D9497A6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F7C4B-A416-4728-B449-67A902A6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4F1A9-CAA5-4993-8DB4-9220C308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C228B-BE3F-4464-98B9-8F393EAD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EB6C5-6D47-4193-8EBA-C82C21FA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CA263-132F-4B08-A17A-0D0A6279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18652801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D16032-3E10-417E-B852-5FB5EC1A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D38E7-3319-4AD4-9C71-6D6ED5ED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B7FFA-76A6-47AA-8AD0-2D64A23E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D3CF7-0D26-4C5D-AD44-7E936EF2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992A8-3AEF-418E-B26C-F1968CEF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FreeCAD as App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Part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from PySide import QtCore, QtWidgets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 = App.newDocument("Lesson12")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sphere = doc.addObject("Part::Feature", "Sphere")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def update_radius(value):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sphere.Shape = Part.makeSphere(value)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doc.recompute()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slider = QtWidgets.QSlider(QtCore.Qt.Horizontal)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slider.setRange(5, 50)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slider.valueChanged.connect(update_radius)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slider.setValue(20)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slider.show()</a:t>
            </a:r>
          </a:p>
        </p:txBody>
      </p:sp>
    </p:spTree>
    <p:extLst>
      <p:ext uri="{BB962C8B-B14F-4D97-AF65-F5344CB8AC3E}">
        <p14:creationId xmlns:p14="http://schemas.microsoft.com/office/powerpoint/2010/main" val="1909381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14344E-CCA6-4D07-8DDC-9F278838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14C5C-3259-49A6-98C0-8E763DED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39D0F-6657-42C8-A62B-20428009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77E61-4AA0-4BAC-A56A-BF538339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BCB51-52A6-4DBD-B1BB-E67950CA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10CD7-F579-4643-8054-15C5ED9F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7BB8D-60A3-4E9D-A569-0E00FA97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C33F4-FD1D-47F0-B9D7-5115CD82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76AA3-6BA4-409A-B5B8-B25764C3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4A9D59-9723-4155-94AA-AAD49A48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BA51D6-6DD9-4CD7-A4D4-E3EDC29C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97A89-2A65-42A9-962E-1C45F07A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A5ADC0-6419-4E54-9F4A-DF4807B1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9F9ED2-4733-48AB-9ED9-134C6821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E9E18B-72AC-40E2-A445-4CC8178F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1981079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93A1A3-D703-430C-9946-4A7CD4E9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90AD8-914F-4738-B02B-B60720B9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0FE9A-B2C1-47F0-B31B-C0FA88E2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28FA6-B192-470B-9C1C-CB80040D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DCEF2B-A2E6-4BB6-8A53-49FF4542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43676-5F65-47DB-9699-F4FB87CB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EE73F-4BCD-4AE4-BB92-D73BA9DD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3D1B5-8636-46EB-86C8-D45FFB1C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2FDD4-5BF3-41C6-BDAF-16B30985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499CE-74F5-4666-A7DA-4DC47E2F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A68B3-457F-42E9-AF9B-8A01C81A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6CE72-BEED-4A98-A6E0-62E85A20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3663E-CACD-4E33-8D64-FDCDF81A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4624132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CEB26B-969A-4DCF-A879-F224E04D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78818-74A2-4FB3-983D-F6B86BE8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7D8E6-42EA-4F47-994D-6E27B5B5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9FAD1-C124-4D7E-B4A4-CD666B4B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54C8F-E860-4745-AB15-C4E8422A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没有设置滑块范围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4B5D8-B7DD-4349-B30A-FAEF25A8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FC7D3-E635-4158-B734-8E5A31AB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信号连接错误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19A22-B4A9-41C1-A847-EFCFD530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F2047-FFA6-4DE0-B398-931586E1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每次变化都重复创建新对象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446F3-49C8-48D8-9ED5-130FB9F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4F1D6-C4D7-4A57-9755-1A757824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7751340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75E325-CD1C-404D-8ECE-38DD6DC7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68974-7E94-4A5D-89EF-E0CE67E2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182FC4-51EB-424E-ADD4-CFC595D3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5C0A58-1FE9-4F26-9ABB-F0037C03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61E11-3104-4EF9-B01A-17AB0EA2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748B9-B004-4991-A1C7-8731A15C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滑块控制球体半径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A6A02-EEA7-4D9D-8132-E5EE60CC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A81C8-805B-4665-BFA2-FBFCF171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5123D-C0A4-44DD-A07B-3CCC2BCB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CA36B-786A-4698-B6F1-FB3A66CC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增加数值标签显示当前尺寸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F5ECE-DA72-4A17-9930-8B7AC548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8E865-FEDD-457A-89A0-BCFEAFDF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CA89D-C6C2-4734-94DC-B0B15723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3F140-077B-4FC0-A588-87CFF5C8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让滑块控制位置而不是大小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8674CA-CF23-4085-9F35-DA3D4ED0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923F5-5298-410E-8DA9-3525ABCF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20999051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9EE58D-0E20-41D2-8BD6-D3018C21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18911-EFE6-495C-86B8-8B07942C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第12课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5D768-6FF4-4E24-BF45-DA6F2EB0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062D1-36F2-44EB-A541-8A26A7C9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031B7-66F0-4B21-8B4A-442C6301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60AB0-0FED-4DBD-B0EF-235139C7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7076D-8812-41EF-B53B-4DC26E40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F8F30-F148-4F2E-B8FE-169282B4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41F50-658D-431C-9A81-53277DBE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41445-9E23-4612-9D78-487798DA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C9A08-9A54-436A-AB64-D831E1AD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091C0D-C157-4A98-9F7B-2555754F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1E3AE-CD91-48BC-B60D-7AB8954E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4BFF6-8EAB-4563-8BCC-95CCA46D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E2598-DD50-4F35-B90D-1B47F005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6A0CF4-2909-4B34-A43C-39BB90E9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7064363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FD45CD-B132-475F-94F4-87654882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774C4-EA19-40BD-B1A0-3C649D9B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CA0A0-D1E1-44CA-8FBF-ECCA23A5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60FE9-6A1A-4E76-B5F8-2F301D5D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FE4BE-88A5-4557-9FAD-BC26FFC1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03443-95C5-4874-A443-AF6CEDB9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2E523-3143-44B0-906D-E3941151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9072E-1EC3-4505-A867-B489902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52126-1A63-45F4-AD91-C8B820A2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C96F4-8187-4A8E-A4E2-AEC9B87B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保存文件：第12课_班级_匿名编号.FCStd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4166D-2901-4F35-8EC6-0A391941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41049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2026-07-12T00:12:11.4700000Z</dcterms:created>
  <dcterms:modified xsi:type="dcterms:W3CDTF">2026-07-12T00:12:11.4700000Z</dcterms:modified>
</coreProperties>
</file>