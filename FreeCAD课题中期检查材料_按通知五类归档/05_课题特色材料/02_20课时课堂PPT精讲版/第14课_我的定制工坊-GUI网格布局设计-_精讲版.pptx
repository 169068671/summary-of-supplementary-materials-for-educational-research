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1092193c2f4e00" /><Relationship Type="http://schemas.openxmlformats.org/officeDocument/2006/relationships/extended-properties" Target="/docProps/app.xml" Id="R5aaaaca553504ccb" /><Relationship Type="http://schemas.openxmlformats.org/officeDocument/2006/relationships/officeDocument" Target="/ppt/presentation.xml" Id="Ra0a38ecceeea47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4c5a5325134d0f"/>
  </p:sldMasterIdLst>
  <p:notesMasterIdLst>
    <p:notesMasterId xmlns:r="http://schemas.openxmlformats.org/officeDocument/2006/relationships" r:id="Rf874275e5a254970"/>
  </p:notesMasterIdLst>
  <p:sldIdLst>
    <p:sldId xmlns:r="http://schemas.openxmlformats.org/officeDocument/2006/relationships" id="256" r:id="R1f2888f02f5f44b0"/>
    <p:sldId xmlns:r="http://schemas.openxmlformats.org/officeDocument/2006/relationships" id="257" r:id="R04387f6495544154"/>
    <p:sldId xmlns:r="http://schemas.openxmlformats.org/officeDocument/2006/relationships" id="258" r:id="R58da127033514436"/>
    <p:sldId xmlns:r="http://schemas.openxmlformats.org/officeDocument/2006/relationships" id="259" r:id="R7fbe6f1fcc904d9d"/>
    <p:sldId xmlns:r="http://schemas.openxmlformats.org/officeDocument/2006/relationships" id="260" r:id="R9c11ade7570842b1"/>
    <p:sldId xmlns:r="http://schemas.openxmlformats.org/officeDocument/2006/relationships" id="261" r:id="Rafd240f9d7b94cce"/>
    <p:sldId xmlns:r="http://schemas.openxmlformats.org/officeDocument/2006/relationships" id="262" r:id="Rcb1cd23d7dde4156"/>
    <p:sldId xmlns:r="http://schemas.openxmlformats.org/officeDocument/2006/relationships" id="263" r:id="R19db91137a39404b"/>
    <p:sldId xmlns:r="http://schemas.openxmlformats.org/officeDocument/2006/relationships" id="264" r:id="Rf57d56e13403469c"/>
    <p:sldId xmlns:r="http://schemas.openxmlformats.org/officeDocument/2006/relationships" id="265" r:id="R068daa799d5a4997"/>
    <p:sldId xmlns:r="http://schemas.openxmlformats.org/officeDocument/2006/relationships" id="266" r:id="Ra255daafc777428e"/>
    <p:sldId xmlns:r="http://schemas.openxmlformats.org/officeDocument/2006/relationships" id="267" r:id="Rcd3faa811b3c42b7"/>
    <p:sldId xmlns:r="http://schemas.openxmlformats.org/officeDocument/2006/relationships" id="268" r:id="R71b1859a7cf14a2a"/>
    <p:sldId xmlns:r="http://schemas.openxmlformats.org/officeDocument/2006/relationships" id="269" r:id="R7ac5e9a0d3a445c8"/>
    <p:sldId xmlns:r="http://schemas.openxmlformats.org/officeDocument/2006/relationships" id="270" r:id="Refc265489bfa40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14e0f429c84516" /><Relationship Type="http://schemas.openxmlformats.org/officeDocument/2006/relationships/slideMaster" Target="/ppt/slideMasters/slideMaster1.xml" Id="Re54c5a5325134d0f" /><Relationship Type="http://schemas.openxmlformats.org/officeDocument/2006/relationships/notesMaster" Target="/ppt/notesMasters/notesMaster1.xml" Id="Rf874275e5a254970" /><Relationship Type="http://schemas.openxmlformats.org/officeDocument/2006/relationships/presProps" Target="/ppt/presProps.xml" Id="R37c8224870b342fc" /><Relationship Type="http://schemas.openxmlformats.org/officeDocument/2006/relationships/tableStyles" Target="/ppt/tableStyles.xml" Id="R56c2319f6d194378" /><Relationship Type="http://schemas.openxmlformats.org/officeDocument/2006/relationships/slide" Target="/ppt/slides/slide1.xml" Id="R1f2888f02f5f44b0" /><Relationship Type="http://schemas.openxmlformats.org/officeDocument/2006/relationships/slide" Target="/ppt/slides/slide2.xml" Id="R04387f6495544154" /><Relationship Type="http://schemas.openxmlformats.org/officeDocument/2006/relationships/slide" Target="/ppt/slides/slide3.xml" Id="R58da127033514436" /><Relationship Type="http://schemas.openxmlformats.org/officeDocument/2006/relationships/slide" Target="/ppt/slides/slide4.xml" Id="R7fbe6f1fcc904d9d" /><Relationship Type="http://schemas.openxmlformats.org/officeDocument/2006/relationships/slide" Target="/ppt/slides/slide5.xml" Id="R9c11ade7570842b1" /><Relationship Type="http://schemas.openxmlformats.org/officeDocument/2006/relationships/slide" Target="/ppt/slides/slide6.xml" Id="Rafd240f9d7b94cce" /><Relationship Type="http://schemas.openxmlformats.org/officeDocument/2006/relationships/slide" Target="/ppt/slides/slide7.xml" Id="Rcb1cd23d7dde4156" /><Relationship Type="http://schemas.openxmlformats.org/officeDocument/2006/relationships/slide" Target="/ppt/slides/slide8.xml" Id="R19db91137a39404b" /><Relationship Type="http://schemas.openxmlformats.org/officeDocument/2006/relationships/slide" Target="/ppt/slides/slide9.xml" Id="Rf57d56e13403469c" /><Relationship Type="http://schemas.openxmlformats.org/officeDocument/2006/relationships/slide" Target="/ppt/slides/slide10.xml" Id="R068daa799d5a4997" /><Relationship Type="http://schemas.openxmlformats.org/officeDocument/2006/relationships/slide" Target="/ppt/slides/slide11.xml" Id="Ra255daafc777428e" /><Relationship Type="http://schemas.openxmlformats.org/officeDocument/2006/relationships/slide" Target="/ppt/slides/slide12.xml" Id="Rcd3faa811b3c42b7" /><Relationship Type="http://schemas.openxmlformats.org/officeDocument/2006/relationships/slide" Target="/ppt/slides/slide13.xml" Id="R71b1859a7cf14a2a" /><Relationship Type="http://schemas.openxmlformats.org/officeDocument/2006/relationships/slide" Target="/ppt/slides/slide14.xml" Id="R7ac5e9a0d3a445c8" /><Relationship Type="http://schemas.openxmlformats.org/officeDocument/2006/relationships/slide" Target="/ppt/slides/slide15.xml" Id="Refc265489bfa40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d949531b6546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bf84e4825c4cc6" /><Relationship Type="http://schemas.openxmlformats.org/officeDocument/2006/relationships/notesMaster" Target="/ppt/notesMasters/notesMaster1.xml" Id="R7272341cf82e42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7093e23a524fe3" /><Relationship Type="http://schemas.openxmlformats.org/officeDocument/2006/relationships/notesMaster" Target="/ppt/notesMasters/notesMaster1.xml" Id="Ree52cb52f2724d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a29781801d4f14" /><Relationship Type="http://schemas.openxmlformats.org/officeDocument/2006/relationships/notesMaster" Target="/ppt/notesMasters/notesMaster1.xml" Id="R98d1a6b511d546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5ace0ea00d4d3e" /><Relationship Type="http://schemas.openxmlformats.org/officeDocument/2006/relationships/notesMaster" Target="/ppt/notesMasters/notesMaster1.xml" Id="R8d9ca5b7eff14e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72d4e23d0a4fa1" /><Relationship Type="http://schemas.openxmlformats.org/officeDocument/2006/relationships/notesMaster" Target="/ppt/notesMasters/notesMaster1.xml" Id="R2bb0607f149d46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3b13c94a8d4831" /><Relationship Type="http://schemas.openxmlformats.org/officeDocument/2006/relationships/notesMaster" Target="/ppt/notesMasters/notesMaster1.xml" Id="Re6131f72ade341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3a6d90b7e244b4" /><Relationship Type="http://schemas.openxmlformats.org/officeDocument/2006/relationships/notesMaster" Target="/ppt/notesMasters/notesMaster1.xml" Id="Rc0660d4dc7e145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8c47bf405a4fc7" /><Relationship Type="http://schemas.openxmlformats.org/officeDocument/2006/relationships/notesMaster" Target="/ppt/notesMasters/notesMaster1.xml" Id="Ra47eeebf650c4f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654e064ae04c1c" /><Relationship Type="http://schemas.openxmlformats.org/officeDocument/2006/relationships/notesMaster" Target="/ppt/notesMasters/notesMaster1.xml" Id="R2e2e6ca4993b4f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6e74dbeced474d" /><Relationship Type="http://schemas.openxmlformats.org/officeDocument/2006/relationships/notesMaster" Target="/ppt/notesMasters/notesMaster1.xml" Id="R98789db6d90248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3fa78541784ba4" /><Relationship Type="http://schemas.openxmlformats.org/officeDocument/2006/relationships/notesMaster" Target="/ppt/notesMasters/notesMaster1.xml" Id="Rde05a5abedb64e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a8c4dbdc294dd1" /><Relationship Type="http://schemas.openxmlformats.org/officeDocument/2006/relationships/notesMaster" Target="/ppt/notesMasters/notesMaster1.xml" Id="Rc39e7e38ebcc4a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d57f8c9d9f42d8" /><Relationship Type="http://schemas.openxmlformats.org/officeDocument/2006/relationships/notesMaster" Target="/ppt/notesMasters/notesMaster1.xml" Id="R0e2ef22b82e84e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88878df21b4c09" /><Relationship Type="http://schemas.openxmlformats.org/officeDocument/2006/relationships/notesMaster" Target="/ppt/notesMasters/notesMaster1.xml" Id="R80314980ef8544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6a9e914ac94abc" /><Relationship Type="http://schemas.openxmlformats.org/officeDocument/2006/relationships/notesMaster" Target="/ppt/notesMasters/notesMaster1.xml" Id="R6f3fd24f71aa45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5ddcca5244f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bbde610b094c3e" /><Relationship Type="http://schemas.openxmlformats.org/officeDocument/2006/relationships/slideLayout" Target="/ppt/slideLayouts/slideLayout1.xml" Id="Raaf3014841a545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f3014841a545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89dd774f14059" /><Relationship Type="http://schemas.openxmlformats.org/officeDocument/2006/relationships/notesSlide" Target="/ppt/notesSlides/notesSlide1.xml" Id="Ra0dd6ca6f7b447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ef2135c7b4d59" /><Relationship Type="http://schemas.openxmlformats.org/officeDocument/2006/relationships/notesSlide" Target="/ppt/notesSlides/notesSlide2.xml" Id="Rb51680e2d32549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5059f35f049a4" /><Relationship Type="http://schemas.openxmlformats.org/officeDocument/2006/relationships/notesSlide" Target="/ppt/notesSlides/notesSlide3.xml" Id="R91ab374c380942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e1d772b2c4542" /><Relationship Type="http://schemas.openxmlformats.org/officeDocument/2006/relationships/notesSlide" Target="/ppt/notesSlides/notesSlide4.xml" Id="Rab95f36aa04e4e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60451e8a74a25" /><Relationship Type="http://schemas.openxmlformats.org/officeDocument/2006/relationships/notesSlide" Target="/ppt/notesSlides/notesSlide5.xml" Id="R4d226cfac1cd4d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c13ddf0f84ae4" /><Relationship Type="http://schemas.openxmlformats.org/officeDocument/2006/relationships/notesSlide" Target="/ppt/notesSlides/notesSlide6.xml" Id="Ra20a2d88d7ae49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312bd2e494a78" /><Relationship Type="http://schemas.openxmlformats.org/officeDocument/2006/relationships/notesSlide" Target="/ppt/notesSlides/notesSlide7.xml" Id="R9dbaa096d7a34a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d988a8f3f4abc" /><Relationship Type="http://schemas.openxmlformats.org/officeDocument/2006/relationships/notesSlide" Target="/ppt/notesSlides/notesSlide8.xml" Id="R4bbd93462f224c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cb2f00a184ce0" /><Relationship Type="http://schemas.openxmlformats.org/officeDocument/2006/relationships/notesSlide" Target="/ppt/notesSlides/notesSlide9.xml" Id="R7e47e6b4b2bb4a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e6cfbc169411e" /><Relationship Type="http://schemas.openxmlformats.org/officeDocument/2006/relationships/notesSlide" Target="/ppt/notesSlides/notesSlide10.xml" Id="R8318dbf2dc3f43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f9b8413a043d8" /><Relationship Type="http://schemas.openxmlformats.org/officeDocument/2006/relationships/notesSlide" Target="/ppt/notesSlides/notesSlide11.xml" Id="R6b48ff4fccdc42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55495acd4f9c" /><Relationship Type="http://schemas.openxmlformats.org/officeDocument/2006/relationships/notesSlide" Target="/ppt/notesSlides/notesSlide12.xml" Id="R8396e2d4b60047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68538f1fc4e69" /><Relationship Type="http://schemas.openxmlformats.org/officeDocument/2006/relationships/notesSlide" Target="/ppt/notesSlides/notesSlide13.xml" Id="R35d39b543e0147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0ed79fa8a440e" /><Relationship Type="http://schemas.openxmlformats.org/officeDocument/2006/relationships/notesSlide" Target="/ppt/notesSlides/notesSlide14.xml" Id="Rad68b9596e5741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138c083c64bc0" /><Relationship Type="http://schemas.openxmlformats.org/officeDocument/2006/relationships/notesSlide" Target="/ppt/notesSlides/notesSlide15.xml" Id="R7132ae9130bd49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38154F-0A5B-4D76-B73D-84E07268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模块4  GUI交互开发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E3731-D9E6-4F4A-A4B4-07BB886D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14 课：我的定制工坊（GUI网格布局设计）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39726-1C6B-40F3-8F84-930DC8BF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"利用UI框架中的矩阵坐标，科学合理地排布控件，符合人机工程学。"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E30F5-4FD9-49DB-BD45-2A33EED9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EF28B-D0EE-4B84-944B-88EEFAF9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2498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924BF-3DEC-4E3C-978F-F573AE54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48D6B-DDB2-4457-B8E6-0D8C8CCC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B747A-622E-4315-94C9-5D369F19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8369E-940E-415C-926B-327BD0C3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27D06-73A0-4BEB-B62C-4B7E4651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网格布局用“第几行、第几列”安排控件，界面会更整齐。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95DF3-F2B3-4159-90DD-8DF7B967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CBA5C-0088-43F4-A685-5DE8D79D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606E0-7672-47FF-81B4-FDBBEE3F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AD948-E72A-4C3C-B7EA-BF6EF4DD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B9AFC-92E4-4820-948B-2140828D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AE0E5-8DAC-43C8-9ABD-1D460BCF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FC85F-B517-4BEE-835D-C2DE218E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1141551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80A061-DB2D-47B9-9C1E-D8E646F9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CB1B0-3B6B-465A-8C82-CCDF93CD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B3B6C-7769-4623-AA66-F6B98633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D52F9-A012-4A49-8B75-376F9883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9FDB4-B852-4B56-B654-92998D9A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038CA-D959-4E29-A79A-BB09A6E7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7AFA0-09E7-4C25-8094-15F833BB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网格布局用“第几行、第几列”安排控件，界面会更整齐。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C7EEA-FF0D-46CC-A07B-F4A42DC3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6C3C3-4C63-4FEB-8077-E6690EAE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A7280-992B-4F23-A536-E5B6B12D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D69AC-D560-4AAE-A3C8-D44685E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控件位置 =（行号，列号）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32BB3-7B6B-4C31-9268-B921AE06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65AEE-529F-425B-A256-42C47394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5A443-845D-4801-9FBF-8CFA77C9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9A05B-DF3D-477A-A17E-72FA0045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完成2行2列参数面板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FF168-F8F8-44CC-A553-173B6F54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1582971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086A0E-D01C-427D-9C15-1BB565BC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17CD0-99F0-44DF-AA8C-C4680783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24265-EE11-46AF-B4F7-64D8AA89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2861C-1E29-4D5F-8354-E7BA6E77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像教室座位表，每个控件都有行列位置。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58F49-2422-4D07-A006-4BD3F4E6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B3298-B394-437A-82B0-73CCDD5F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8B2CB-A5C8-41EF-A0AB-E33340CF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7CEAB-AAFA-4286-8583-811A71DD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B41A9-E093-4CB4-9CF6-DD11D00D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89D00-7DFD-42DC-A3B1-21D0A350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2101435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4CBCC5-F16D-4171-9AB7-68FA167B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872F0-F259-404C-B1E1-2F493FBA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153CE-8543-49D7-A400-7C4BA991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0D9BD-9FB4-4D54-A674-4CAECCE3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控件位置 =（行号，列号）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21BCF-2EC4-4EE8-AF36-67D4F372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B7932-DA77-41AF-A785-C8726B13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同一行横向排列，同一列纵向对齐。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1ECED-9286-4462-81DC-9B2B9FE3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FF202-AA09-4476-B7CE-8DAAC821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3480418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BFE903-B227-46A5-84D3-210D486F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155AE-774C-480B-81DB-9879ABE3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68FBA-8981-42CE-AA46-8A5AFFDA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2E36A-806B-410F-8425-631A6B49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D0F81-2FAE-46D2-9DB6-EF670E17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名称标签放(0,0)，输入框放(0,1)，按钮横跨第2行两列。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8DCF4-2D69-42F9-99F4-83D9D606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1B01E-77A0-452F-A24D-950FDFB3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名称标签放(0,0)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D47FD-5AFB-4DD4-A24A-6D943577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67CD2-BE14-4907-9A91-BE89DABE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输入框放(0,1)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1E81F-79D4-46DE-9705-3BF4BD70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B05D4-36D5-4847-B1C7-E5C71179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按钮横跨第2行两列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7A7E0-660F-4901-89F6-059E45D2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436453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C640B-1753-4C3D-87D2-3DEDF22E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53800-E1BA-4658-9761-31042B97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B085A-521F-481B-B9C1-B355FCAF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96F66-3A70-4514-861B-5787009B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DB743-CAE0-4984-A877-663BBF38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837E3-7154-4C81-97A5-8B88C50E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36FB1-E544-4F96-B009-E1B1EFF1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1AB07-BE31-4345-AC8D-BE42CBF0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53296-12E5-4385-9BEC-33B6EED2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2ED04-CC42-42B1-AA19-37A30A22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B67DF-922A-4B47-A51E-D8810D45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6DC9C-5BAD-4320-8363-670CA68A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860A3-D763-478A-A096-02B3DDD9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1611908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14F9B8-0956-4CCF-8907-BD2FEC74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41463-7CF0-4935-96BB-E588F7D0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3C82C-7140-4207-9F40-7D74A8AE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06E49-50DF-442D-8E78-B936390C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06A49-3C4B-4326-9A4A-596B080C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767CA-B517-4B36-B06D-82522316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F18BA-FFA9-4BC7-9842-7CC26CB1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7716307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6E155-0955-4F2F-BE8C-33BC9FC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4293F-DC6D-4AC9-93BC-19289F2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843DC-C36E-4952-B343-43D1A628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7C1EB-F540-4729-823C-258946D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420B4-7EB5-47B6-9E1D-1A5663A5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from PySide import QtWidgets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panel = QtWidgets.QWidget()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layout = QtWidgets.QGridLayout(panel)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layout.addWidget(QtWidgets.QLabel("半径"), 0, 0)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layout.addWidget(QtWidgets.QLineEdit("10"), 0, 1)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layout.addWidget(QtWidgets.QLabel("高度"), 1, 0)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layout.addWidget(QtWidgets.QLineEdit("30"), 1, 1)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button = QtWidgets.QPushButton("生成圆柱")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layout.addWidget(button, 2, 0, 1, 2)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panel.show()</a:t>
            </a:r>
          </a:p>
        </p:txBody>
      </p:sp>
    </p:spTree>
    <p:extLst>
      <p:ext uri="{BB962C8B-B14F-4D97-AF65-F5344CB8AC3E}">
        <p14:creationId xmlns:p14="http://schemas.microsoft.com/office/powerpoint/2010/main" val="11968709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B68EF6-2D75-4376-985D-651A11D2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7E3B8-4976-4AD9-AD92-75477B64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E22EA-BA7B-4F60-9C0E-602E399E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0364B-F45D-4498-A892-02EB834A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18082-54E2-4750-A38B-C52ED28A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E4B2F-CC56-4084-A86E-939F478C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2DA6B-EE53-4DBB-A4C9-D123343E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17D07-0524-4D8E-838B-FEE838D4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9AF43-62C5-4208-92C0-2EC09BB5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1E3E5-1348-46F5-91F7-8843C9E1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736EF-E550-4F0B-9DE5-0BB7A61E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B77AA-0F1C-4A53-BE2F-5D2E3A91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F9ED6-4CBA-4495-9896-A05D5793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E623A-494E-49F6-8746-469CA641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C5096-5097-470C-A6D2-08A9551A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703467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7D9800-A85A-4DE8-BC8F-943DC5F9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FA102-E6D9-4224-B67E-88FB23D6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C1DF9-7792-4667-A6E5-111B2EA6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FF6CE-512B-47CD-9A1E-2FB86142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2FD82-BE4F-43B3-AA35-27580CF6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6665B-2C59-4DCD-9A38-A23B6DA4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023E8-A011-4BE0-8078-16B7E2FD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A69CB-6158-48C8-813A-69507C33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B8329-C0AB-43F6-B3F9-C172D44A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1E02B-4CEC-4A75-9D44-E85406BD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A790B-69E1-4983-B9AE-DF0B5CBD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2925C-BE9D-45BE-9D2E-14E28C7E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A2960-F1DF-44CA-B321-0C643E75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7149152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AB6D92-D547-41F0-84D5-2CED7E70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34A83-D70F-496B-92F8-D0D0FD59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CE01A-9097-49EA-9363-67E30709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4951C-B6F7-4602-885A-47178F97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1A3FC-0A94-4278-8DAF-ECED28BD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多个控件放在同一单元格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46649-829C-45A7-A405-48A405D2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5C758-D9C8-4BAF-9987-C1790F44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行列编号写反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688D4-90BC-4320-8089-999277DA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35643-7767-487B-BE2A-B2A65CB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控件没有加入布局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EA8F8-AB13-4683-B196-E9C49E55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600D5-9195-4FC8-A77F-A52AE33C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9408479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6B796B-C487-40E5-88BF-D77D4209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C1F84-D220-4860-BE96-895CA8E0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BF5D2-42B4-411A-B8ED-0F541E6C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1452B-F157-4C17-A495-65A35645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2BF89-65D4-4D34-837F-9D755362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B81E6-1364-4C8D-9A71-5DC680E4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完成2行2列参数面板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EAF86-DC0D-437C-9A6D-BC53D177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D5A03-4CAE-448E-BA11-12967A03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BF0DD-DED1-4ECB-9706-FC29C236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0D713-E5E9-415D-8455-3EF86FA3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让按钮横跨两列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E5F9A-3422-4C3E-B906-FF90A034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03178-EDB2-4A29-A67C-CEB3EE48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49E54-8618-4258-9F71-A18A2E45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37A88-4ECE-487A-B44F-0F72F3AC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增加结果提示标签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8901F-5526-472B-B6CE-9E7F931B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8FED9-C9DB-4DEA-BDD6-AF0F0C39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11654380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E4A9AD-0B2B-4599-B125-94029A9F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456F1-77F6-4A54-A599-513E0CCA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AD05C-E875-4CE9-A46D-9D712706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65267-1F98-4891-88BB-CD6521C4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1A636-0B62-4920-AFEF-CC0902DA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12191-AB38-4AAA-ACEE-D3559FC1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35FD2-750C-47B8-BD79-4E77AB99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68905-951C-4ECF-BE1F-00606884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AD22A-C486-4D85-896E-1AD84044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2BDDA-FCFF-40F2-8874-7BC42BD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ABDC3-87DF-4161-8E20-C03A1668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069FC-C1E8-4269-AB9B-4D79E051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50E55-5272-40AA-AA07-40A1B962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A1D75-D5F6-40E4-B8EE-96D6CCFE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696CC-2952-4EF5-BCA2-48278E9F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AC7D2-546E-4B90-B4AB-36725739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13581125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C1346-1EC3-4B1B-B047-89C54364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2AF0A-B1F2-4EF1-86A9-8EB393DE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5364E-D380-4E79-8CF8-1A4D632D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A75EA-840B-41E7-B6D7-347A09FA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DE683-8B6A-4507-85D6-1D302A1A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4D60F-7711-4826-9C66-B0FE6C16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43A63-E751-42CF-A52A-FCD23DD6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847D7-D33F-49C8-92A4-B8CF7905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4E34A-26A1-4401-9EA1-3302C2C6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5E8F6-87A7-455A-A4F8-BB26E03C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保存文件：第14课_班级_匿名编号.FCStd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DC1C6-5666-4B66-A73F-880650A1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14583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2026-07-12T00:12:12.0460000Z</dcterms:created>
  <dcterms:modified xsi:type="dcterms:W3CDTF">2026-07-12T00:12:12.0460000Z</dcterms:modified>
</coreProperties>
</file>