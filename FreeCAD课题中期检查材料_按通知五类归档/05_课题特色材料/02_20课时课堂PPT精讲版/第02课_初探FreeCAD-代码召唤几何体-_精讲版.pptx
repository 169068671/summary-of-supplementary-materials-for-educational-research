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f28aede66e4f68" /><Relationship Type="http://schemas.openxmlformats.org/officeDocument/2006/relationships/extended-properties" Target="/docProps/app.xml" Id="Rbd246c9ffed24d1b" /><Relationship Type="http://schemas.openxmlformats.org/officeDocument/2006/relationships/officeDocument" Target="/ppt/presentation.xml" Id="Rd11b53a3a52f42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4de68c27d4466e"/>
  </p:sldMasterIdLst>
  <p:notesMasterIdLst>
    <p:notesMasterId xmlns:r="http://schemas.openxmlformats.org/officeDocument/2006/relationships" r:id="R80ea1a0d67214dd9"/>
  </p:notesMasterIdLst>
  <p:sldIdLst>
    <p:sldId xmlns:r="http://schemas.openxmlformats.org/officeDocument/2006/relationships" id="256" r:id="Rdb3182b7a0dc4a0f"/>
    <p:sldId xmlns:r="http://schemas.openxmlformats.org/officeDocument/2006/relationships" id="257" r:id="R5f359b6986e54884"/>
    <p:sldId xmlns:r="http://schemas.openxmlformats.org/officeDocument/2006/relationships" id="258" r:id="Rc74dc05c835a4a4c"/>
    <p:sldId xmlns:r="http://schemas.openxmlformats.org/officeDocument/2006/relationships" id="259" r:id="R36a7ddb241d4436c"/>
    <p:sldId xmlns:r="http://schemas.openxmlformats.org/officeDocument/2006/relationships" id="260" r:id="Ree058db090074a5e"/>
    <p:sldId xmlns:r="http://schemas.openxmlformats.org/officeDocument/2006/relationships" id="261" r:id="Rc821092c7aae4c99"/>
    <p:sldId xmlns:r="http://schemas.openxmlformats.org/officeDocument/2006/relationships" id="262" r:id="Rcbc6339a10b34253"/>
    <p:sldId xmlns:r="http://schemas.openxmlformats.org/officeDocument/2006/relationships" id="263" r:id="R1511101ec79a4c5b"/>
    <p:sldId xmlns:r="http://schemas.openxmlformats.org/officeDocument/2006/relationships" id="264" r:id="R6dab1c2db67a49fa"/>
    <p:sldId xmlns:r="http://schemas.openxmlformats.org/officeDocument/2006/relationships" id="265" r:id="R5bfb017c4ac543d9"/>
    <p:sldId xmlns:r="http://schemas.openxmlformats.org/officeDocument/2006/relationships" id="266" r:id="R9becd9c89f104525"/>
    <p:sldId xmlns:r="http://schemas.openxmlformats.org/officeDocument/2006/relationships" id="267" r:id="R6e3a6eca5a414319"/>
    <p:sldId xmlns:r="http://schemas.openxmlformats.org/officeDocument/2006/relationships" id="268" r:id="Re4ce196a31204a70"/>
    <p:sldId xmlns:r="http://schemas.openxmlformats.org/officeDocument/2006/relationships" id="269" r:id="R49ae0929c8f34266"/>
    <p:sldId xmlns:r="http://schemas.openxmlformats.org/officeDocument/2006/relationships" id="270" r:id="R744c0acf90b64c0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57533718d4403a" /><Relationship Type="http://schemas.openxmlformats.org/officeDocument/2006/relationships/slideMaster" Target="/ppt/slideMasters/slideMaster1.xml" Id="Rbb4de68c27d4466e" /><Relationship Type="http://schemas.openxmlformats.org/officeDocument/2006/relationships/notesMaster" Target="/ppt/notesMasters/notesMaster1.xml" Id="R80ea1a0d67214dd9" /><Relationship Type="http://schemas.openxmlformats.org/officeDocument/2006/relationships/presProps" Target="/ppt/presProps.xml" Id="Re280df0dfc044be3" /><Relationship Type="http://schemas.openxmlformats.org/officeDocument/2006/relationships/tableStyles" Target="/ppt/tableStyles.xml" Id="R9bf962e857e54b4f" /><Relationship Type="http://schemas.openxmlformats.org/officeDocument/2006/relationships/slide" Target="/ppt/slides/slide1.xml" Id="Rdb3182b7a0dc4a0f" /><Relationship Type="http://schemas.openxmlformats.org/officeDocument/2006/relationships/slide" Target="/ppt/slides/slide2.xml" Id="R5f359b6986e54884" /><Relationship Type="http://schemas.openxmlformats.org/officeDocument/2006/relationships/slide" Target="/ppt/slides/slide3.xml" Id="Rc74dc05c835a4a4c" /><Relationship Type="http://schemas.openxmlformats.org/officeDocument/2006/relationships/slide" Target="/ppt/slides/slide4.xml" Id="R36a7ddb241d4436c" /><Relationship Type="http://schemas.openxmlformats.org/officeDocument/2006/relationships/slide" Target="/ppt/slides/slide5.xml" Id="Ree058db090074a5e" /><Relationship Type="http://schemas.openxmlformats.org/officeDocument/2006/relationships/slide" Target="/ppt/slides/slide6.xml" Id="Rc821092c7aae4c99" /><Relationship Type="http://schemas.openxmlformats.org/officeDocument/2006/relationships/slide" Target="/ppt/slides/slide7.xml" Id="Rcbc6339a10b34253" /><Relationship Type="http://schemas.openxmlformats.org/officeDocument/2006/relationships/slide" Target="/ppt/slides/slide8.xml" Id="R1511101ec79a4c5b" /><Relationship Type="http://schemas.openxmlformats.org/officeDocument/2006/relationships/slide" Target="/ppt/slides/slide9.xml" Id="R6dab1c2db67a49fa" /><Relationship Type="http://schemas.openxmlformats.org/officeDocument/2006/relationships/slide" Target="/ppt/slides/slide10.xml" Id="R5bfb017c4ac543d9" /><Relationship Type="http://schemas.openxmlformats.org/officeDocument/2006/relationships/slide" Target="/ppt/slides/slide11.xml" Id="R9becd9c89f104525" /><Relationship Type="http://schemas.openxmlformats.org/officeDocument/2006/relationships/slide" Target="/ppt/slides/slide12.xml" Id="R6e3a6eca5a414319" /><Relationship Type="http://schemas.openxmlformats.org/officeDocument/2006/relationships/slide" Target="/ppt/slides/slide13.xml" Id="Re4ce196a31204a70" /><Relationship Type="http://schemas.openxmlformats.org/officeDocument/2006/relationships/slide" Target="/ppt/slides/slide14.xml" Id="R49ae0929c8f34266" /><Relationship Type="http://schemas.openxmlformats.org/officeDocument/2006/relationships/slide" Target="/ppt/slides/slide15.xml" Id="R744c0acf90b64c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f5d13109e041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8feb08e2ab45b6" /><Relationship Type="http://schemas.openxmlformats.org/officeDocument/2006/relationships/notesMaster" Target="/ppt/notesMasters/notesMaster1.xml" Id="Reb447628883e42f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9e8bacf0824f0c" /><Relationship Type="http://schemas.openxmlformats.org/officeDocument/2006/relationships/notesMaster" Target="/ppt/notesMasters/notesMaster1.xml" Id="R2ade1eeaae0d467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0bfccc56e6470f" /><Relationship Type="http://schemas.openxmlformats.org/officeDocument/2006/relationships/notesMaster" Target="/ppt/notesMasters/notesMaster1.xml" Id="R248f2187b23a47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98d368fa994222" /><Relationship Type="http://schemas.openxmlformats.org/officeDocument/2006/relationships/notesMaster" Target="/ppt/notesMasters/notesMaster1.xml" Id="R54055ed3870d47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7e2da444684ce6" /><Relationship Type="http://schemas.openxmlformats.org/officeDocument/2006/relationships/notesMaster" Target="/ppt/notesMasters/notesMaster1.xml" Id="Rcaef253729ae439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9568226c8bd4680" /><Relationship Type="http://schemas.openxmlformats.org/officeDocument/2006/relationships/notesMaster" Target="/ppt/notesMasters/notesMaster1.xml" Id="R5138802a69a946d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da6902c4ecd4590" /><Relationship Type="http://schemas.openxmlformats.org/officeDocument/2006/relationships/notesMaster" Target="/ppt/notesMasters/notesMaster1.xml" Id="R60ecd8ba11134d5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838f4be2674483c" /><Relationship Type="http://schemas.openxmlformats.org/officeDocument/2006/relationships/notesMaster" Target="/ppt/notesMasters/notesMaster1.xml" Id="Rc59beb89386042f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776a01a67344e3e" /><Relationship Type="http://schemas.openxmlformats.org/officeDocument/2006/relationships/notesMaster" Target="/ppt/notesMasters/notesMaster1.xml" Id="R2e487fa1b8174b8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fccb2c3806c4d70" /><Relationship Type="http://schemas.openxmlformats.org/officeDocument/2006/relationships/notesMaster" Target="/ppt/notesMasters/notesMaster1.xml" Id="R72fdfb6780fc412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a91a4d4299c4ef0" /><Relationship Type="http://schemas.openxmlformats.org/officeDocument/2006/relationships/notesMaster" Target="/ppt/notesMasters/notesMaster1.xml" Id="R46bf3c72e0c64eb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56dfd88839e4db3" /><Relationship Type="http://schemas.openxmlformats.org/officeDocument/2006/relationships/notesMaster" Target="/ppt/notesMasters/notesMaster1.xml" Id="R0840147c09164bb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0aafe1709ed4b34" /><Relationship Type="http://schemas.openxmlformats.org/officeDocument/2006/relationships/notesMaster" Target="/ppt/notesMasters/notesMaster1.xml" Id="Rc2f92d122128426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15fa5463e99463a" /><Relationship Type="http://schemas.openxmlformats.org/officeDocument/2006/relationships/notesMaster" Target="/ppt/notesMasters/notesMaster1.xml" Id="Ra47b66e2e5e74ae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32f6c308d444995" /><Relationship Type="http://schemas.openxmlformats.org/officeDocument/2006/relationships/notesMaster" Target="/ppt/notesMasters/notesMaster1.xml" Id="R77a9823200044b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a8270131d04bd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b1187721d54d3f" /><Relationship Type="http://schemas.openxmlformats.org/officeDocument/2006/relationships/slideLayout" Target="/ppt/slideLayouts/slideLayout1.xml" Id="Re188330ca2964c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88330ca2964c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e925b2d8d9437c" /><Relationship Type="http://schemas.openxmlformats.org/officeDocument/2006/relationships/notesSlide" Target="/ppt/notesSlides/notesSlide1.xml" Id="R4168a3bf3b1b4f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0f54ad0d0749d5" /><Relationship Type="http://schemas.openxmlformats.org/officeDocument/2006/relationships/notesSlide" Target="/ppt/notesSlides/notesSlide2.xml" Id="R61b851a89c334d9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421e214c314017" /><Relationship Type="http://schemas.openxmlformats.org/officeDocument/2006/relationships/notesSlide" Target="/ppt/notesSlides/notesSlide3.xml" Id="R5c3cb578278847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9d2c422d77423b" /><Relationship Type="http://schemas.openxmlformats.org/officeDocument/2006/relationships/notesSlide" Target="/ppt/notesSlides/notesSlide4.xml" Id="R7ca1a8001e2a438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f6e6f333bb49bb" /><Relationship Type="http://schemas.openxmlformats.org/officeDocument/2006/relationships/notesSlide" Target="/ppt/notesSlides/notesSlide5.xml" Id="Rfb9cfdd718ed47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77d2307e194316" /><Relationship Type="http://schemas.openxmlformats.org/officeDocument/2006/relationships/notesSlide" Target="/ppt/notesSlides/notesSlide6.xml" Id="R1ef94039a22f40c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1397eb728c494c" /><Relationship Type="http://schemas.openxmlformats.org/officeDocument/2006/relationships/notesSlide" Target="/ppt/notesSlides/notesSlide7.xml" Id="Rbc764752eb934d6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69f49638654e31" /><Relationship Type="http://schemas.openxmlformats.org/officeDocument/2006/relationships/notesSlide" Target="/ppt/notesSlides/notesSlide8.xml" Id="R02ee09b679b24db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b5545cf9934c39" /><Relationship Type="http://schemas.openxmlformats.org/officeDocument/2006/relationships/notesSlide" Target="/ppt/notesSlides/notesSlide9.xml" Id="R39d6fb8566a440e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aed8177da64934" /><Relationship Type="http://schemas.openxmlformats.org/officeDocument/2006/relationships/notesSlide" Target="/ppt/notesSlides/notesSlide10.xml" Id="R61c5b0c18ac0465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b8d5688adc49e3" /><Relationship Type="http://schemas.openxmlformats.org/officeDocument/2006/relationships/notesSlide" Target="/ppt/notesSlides/notesSlide11.xml" Id="Rc52d856bf277400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f7c3530fc7496c" /><Relationship Type="http://schemas.openxmlformats.org/officeDocument/2006/relationships/notesSlide" Target="/ppt/notesSlides/notesSlide12.xml" Id="R95e5b0eb913b4e5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a2de7024bb4017" /><Relationship Type="http://schemas.openxmlformats.org/officeDocument/2006/relationships/notesSlide" Target="/ppt/notesSlides/notesSlide13.xml" Id="Rae4690b51d4a402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134d7735674cca" /><Relationship Type="http://schemas.openxmlformats.org/officeDocument/2006/relationships/notesSlide" Target="/ppt/notesSlides/notesSlide14.xml" Id="R056ba478b93d41b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4fa632ac524835" /><Relationship Type="http://schemas.openxmlformats.org/officeDocument/2006/relationships/notesSlide" Target="/ppt/notesSlides/notesSlide15.xml" Id="R6bfa5db26e054a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0E4435-9F4E-40F0-856C-371CCFC8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模块1  STEAM与数字造物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E45D0E-1400-48C3-ABF4-1415B4B7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28750"/>
            <a:ext cx="1076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第 2 课：初探FreeCAD（代码召唤几何体）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91BEFC-A27A-4ED2-B8C9-FA51472B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242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63D1"/>
                </a:solidFill>
                <a:latin typeface="Arial"/>
                <a:ea typeface="Arial"/>
                <a:cs typeface="Arial"/>
              </a:rPr>
              <a:t>"任何复杂的三维物体，都可以被拆解为最基础的拓扑几何体。"</a:t>
            </a:r>
          </a:p>
        </p:txBody>
      </p:sp>
      <p:cxnSp>
        <p:nvCxnSpPr>
          <p:cNvPr id="14" name=""/>
          <p:cNvCxnSpPr/>
          <p:nvPr/>
        </p:nvCxnSpPr>
        <p:spPr>
          <a:xfrm xmlns:a="http://schemas.openxmlformats.org/drawingml/2006/main">
            <a:off x="476250" y="4857750"/>
            <a:ext cx="11239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2CC298-860A-4EC9-A84A-5E109038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91125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FreeCAD三维设计与3D打印校本课程 · 精讲版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AED4BF-3818-43DE-9A19-A5AE17AFB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885797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A0CFEF-0484-47BF-880E-24239600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先观察，再猜一猜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CEE3B3-5F69-417B-BD63-74D76F73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第02课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6B02EC-A926-4918-A6E1-E2E861BD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F92948-0E78-4673-A93E-E3738DB1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2776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C6E2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4207D7-2039-4FFE-9862-62D6829A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107061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点组成线，线围成面，面封闭后才成为实体。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CA529D-D478-4A71-A45F-63956859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7187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想一想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AABF3C-1000-4F87-BB05-71C3AC5C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481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14DBB1-FBB4-41C0-860E-7626CE8A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481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这个现象中，哪些量可以改变？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1162050" y="45370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DC7482-1103-4EAE-A87A-527ACCAA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513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E4C7E1-E157-4B9B-9F21-E51F864E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513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如果把关键参数扩大一倍，结果会怎样？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1162050" y="51403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502FE3-41AF-49ED-8133-B5881501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546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FD5E33-D510-42ED-B366-4272C99B2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546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我们能否把规律写成一条清晰的计算规则？</a:t>
            </a:r>
          </a:p>
        </p:txBody>
      </p:sp>
    </p:spTree>
    <p:extLst>
      <p:ext uri="{BB962C8B-B14F-4D97-AF65-F5344CB8AC3E}">
        <p14:creationId xmlns:p14="http://schemas.microsoft.com/office/powerpoint/2010/main" val="15315082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56B105-CDFD-446B-8E05-DFE4C716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完成本课后，你应该能做到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B472BD-AD23-481A-9537-2873A63A4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第02课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F67594-C8E6-456F-9342-27352B9A4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CE921F-79B7-4551-97CB-520C221D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76375"/>
            <a:ext cx="342900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060D4C-2739-4792-B173-DE0A28F1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7A4299-4E95-4A18-842A-56905B33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说清楚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B9E033-B22D-463D-8581-D0756821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956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点组成线，线围成面，面封闭后才成为实体。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E86D81-A2C8-4751-9E0B-C15F283E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76375"/>
            <a:ext cx="342900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53B303-FEC4-4D00-A634-5B088823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621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D5BDAB-BE54-44A5-882C-0BCE6F944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7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算明白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193874-DE0B-424E-91E5-13A52F27B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956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球体大小由半径决定；直径 = 2 × 半径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05BF3A-1387-4877-AC41-FD1D8574B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476375"/>
            <a:ext cx="342900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9C46DB-1251-43B2-86E9-116C8FAD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621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5AFFE5-E6E8-4EB3-864C-9BC04063F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做出来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978B23-5DE4-48EF-89D1-08E62FDD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956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创建半径10毫米球体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76198B-B0EC-48B7-914C-E8F68A46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86375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目标不是“看懂”，而是能够解释、修改、验证。</a:t>
            </a:r>
          </a:p>
        </p:txBody>
      </p:sp>
    </p:spTree>
    <p:extLst>
      <p:ext uri="{BB962C8B-B14F-4D97-AF65-F5344CB8AC3E}">
        <p14:creationId xmlns:p14="http://schemas.microsoft.com/office/powerpoint/2010/main" val="12709102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45E8A5-7CCE-421B-B0C1-EB224771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用熟悉的经验理解新概念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52B5D5-0F27-454C-997C-91AA9B68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第02课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C34501-366B-4710-A42E-C7C3D2D8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6FAB0D-A9A6-456F-B23C-038488EB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FreeCAD中的Shape不是图片，而是可计算的几何体。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1143000" y="3238500"/>
            <a:ext cx="9906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3D9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194CC9-AECD-4E8D-A49F-B245A422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现实经验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44B633-7D6A-4D52-87D4-014D946D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5718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转成数学关系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3A98F3-7805-4DB1-8255-CDCD5582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5718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再变成代码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245465-19CA-4CE2-B959-F171DE49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38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观察与测量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B3B786-F3DC-4B61-AEBC-6564269A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238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明确变量和计算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FA62F8-A42F-4597-BFBD-14E29E13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38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让FreeCAD生成结果</a:t>
            </a:r>
          </a:p>
        </p:txBody>
      </p:sp>
    </p:spTree>
    <p:extLst>
      <p:ext uri="{BB962C8B-B14F-4D97-AF65-F5344CB8AC3E}">
        <p14:creationId xmlns:p14="http://schemas.microsoft.com/office/powerpoint/2010/main" val="19302509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7C63F6-BB04-4BDD-9E71-EFB0F82D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把公式翻译成一句人话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C934C8-6C5A-455D-BABB-96C085E7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第02课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89ADB8-ECCA-4558-98A5-217089D2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0A29B7-13F5-4E8D-851E-756F9FAD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球体大小由半径决定；直径 = 2 × 半径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DAB531-1CB0-414F-A4C1-E4522FC6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10477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C6E2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4B104E-A614-4D20-8171-9CC46919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43250"/>
            <a:ext cx="981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半径是从球心到表面的距离，直径穿过球心。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3EC21F-2AB6-4328-82EA-A1BBCF46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012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读公式时依次说出：求什么 → 已知什么 → 用什么运算。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962FFE-E027-4CE5-9F80-401CB7A8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81625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本课不要求记住复杂符号，要求能把数量关系讲清楚。</a:t>
            </a:r>
          </a:p>
        </p:txBody>
      </p:sp>
    </p:spTree>
    <p:extLst>
      <p:ext uri="{BB962C8B-B14F-4D97-AF65-F5344CB8AC3E}">
        <p14:creationId xmlns:p14="http://schemas.microsoft.com/office/powerpoint/2010/main" val="10736012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00D58F-039B-4506-BE14-9E843F38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代入一个具体数字，就不抽象了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5CCC5E-D081-4C91-B671-9A5305BF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第02课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966387-E539-4789-912B-86AFA631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93DAFC-FA4D-425D-9F74-A4183677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1524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E6C89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2210F1-C94D-427B-B122-C3F1A6DB0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00200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半径10毫米的球，直径就是20毫米。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27F2BC-AC83-47E7-A26B-F932B93D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147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9AC8AD-2A19-41B2-BA3E-E1F6A412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61950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半径10毫米的球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389DEA-89D7-456B-922F-6A07A4E3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7147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25D48B-8AC1-48E3-992C-45C3B544E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1950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直径就是20毫米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7F4CF4-02DA-4A69-97C8-E1819923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请换一组数字，口头完成一次同样的计算。</a:t>
            </a:r>
          </a:p>
        </p:txBody>
      </p:sp>
    </p:spTree>
    <p:extLst>
      <p:ext uri="{BB962C8B-B14F-4D97-AF65-F5344CB8AC3E}">
        <p14:creationId xmlns:p14="http://schemas.microsoft.com/office/powerpoint/2010/main" val="21051623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BEE6CC-A745-4787-ACA2-CA2E2A0B2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先画出程序的三段结构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1CDB54-8113-4A35-AB39-5A334D0D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第02课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363973-FC85-4C02-BBA4-91CEFB37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1238250" y="3143250"/>
            <a:ext cx="9667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D3D9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60A13D-7439-4D8D-8FED-96B5C980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90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363D1"/>
          </a:solidFill>
          <a:ln xmlns:a="http://schemas.openxmlformats.org/drawingml/2006/main" w="9525">
            <a:solidFill>
              <a:srgbClr val="2363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12FBC3-BA33-4427-9D48-58229225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47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F8CFD2-5CF0-4FC9-B1AF-586CAC6E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285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尺寸、坐标、数量或用户操作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4E91D9-DBA6-4F22-B77A-3F55A5EC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990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B9096"/>
          </a:solidFill>
          <a:ln xmlns:a="http://schemas.openxmlformats.org/drawingml/2006/main" w="9525">
            <a:solidFill>
              <a:srgbClr val="0B909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837443-269A-4CD6-82C9-35F52EBB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47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C2EEB9-035C-4193-82C6-6C65903F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19500"/>
            <a:ext cx="285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按本课规则计算、判断或重复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D5E906-69C7-436F-925C-AD02AA6E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90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363D1"/>
          </a:solidFill>
          <a:ln xmlns:a="http://schemas.openxmlformats.org/drawingml/2006/main" w="9525">
            <a:solidFill>
              <a:srgbClr val="2363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9E66BC-3A63-4815-A565-CE1424D8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47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输出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295944-7959-467E-83F7-E45807AE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19500"/>
            <a:ext cx="285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模型、位置、界面、动画或文件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E0F681-5DBB-4630-B3BF-EC534A98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写代码前能说清这三段，调试会容易很多。</a:t>
            </a:r>
          </a:p>
        </p:txBody>
      </p:sp>
    </p:spTree>
    <p:extLst>
      <p:ext uri="{BB962C8B-B14F-4D97-AF65-F5344CB8AC3E}">
        <p14:creationId xmlns:p14="http://schemas.microsoft.com/office/powerpoint/2010/main" val="19763216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9284D5-3871-4B08-8A01-BC0E2BA7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整段代码先看地图，再看细节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3FC25E-7E0C-4C8D-8C01-468787E43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第02课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892C60-7F4E-46F6-B744-9CD194640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242FF0-934C-4DAB-899F-55C8BA8C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A059BB-F3C9-429B-B82E-662A7CAD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3811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导入：准备FreeCAD、Part或界面模块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1162050" y="20478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8C1C32-3BE9-4853-96BE-D28FBCE4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621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A6F53C-9DAE-4300-98AC-03B9B2CB3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621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文档：取得当前文档，没有则新建</a:t>
            </a:r>
          </a:p>
        </p:txBody>
      </p:sp>
      <p:cxnSp>
        <p:nvCxnSpPr>
          <p:cNvPr id="37" name=""/>
          <p:cNvCxnSpPr/>
          <p:nvPr/>
        </p:nvCxnSpPr>
        <p:spPr>
          <a:xfrm xmlns:a="http://schemas.openxmlformats.org/drawingml/2006/main">
            <a:off x="1162050" y="28289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769659-FE9D-4567-9110-F9DC4B98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432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C8D2BC-8A56-45B6-B54B-A74C45AF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432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建模：创建几何体并加入文档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1162050" y="36099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1EFDE9-5E2E-43F1-A308-A570358D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242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B4A18C-6159-45F3-983B-A2EA2C13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242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刷新：重新计算并更新三维视图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E87828-3675-42E5-B4B6-9DCC9472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10572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E6C89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299817-117B-46A6-BE8B-4164ABC1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91175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本页代码已按教学目标、运行结果和分层任务完成复核。</a:t>
            </a:r>
          </a:p>
        </p:txBody>
      </p:sp>
    </p:spTree>
    <p:extLst>
      <p:ext uri="{BB962C8B-B14F-4D97-AF65-F5344CB8AC3E}">
        <p14:creationId xmlns:p14="http://schemas.microsoft.com/office/powerpoint/2010/main" val="19355591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C9B975-E975-451D-8776-6A964832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代码分段 1/1：跟着注释逐行运行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515115-C4E7-45E8-B761-925CD3A2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第02课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AA37CD-AD88-4187-A955-856BA1893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58280-63BC-468D-8AA4-7935F6F6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1277600" cy="4953000"/>
          </a:xfrm>
          <a:prstGeom xmlns:a="http://schemas.openxmlformats.org/drawingml/2006/main" prst="roundRect">
            <a:avLst>
              <a:gd name="adj" fmla="val 1154"/>
            </a:avLst>
          </a:prstGeom>
          <a:solidFill xmlns:a="http://schemas.openxmlformats.org/drawingml/2006/main">
            <a:srgbClr val="15232D"/>
          </a:solidFill>
          <a:ln xmlns:a="http://schemas.openxmlformats.org/drawingml/2006/main" w="9525">
            <a:solidFill>
              <a:srgbClr val="15232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208FAA-8D7A-44DD-A853-321D4DE2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632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import FreeCAD as App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import Part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doc = App.newDocument("Lesson02")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sphere = doc.addObject("Part::Feature", "Sphere")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sphere.Shape = Part.makeSphere(10)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doc.recompute()</a:t>
            </a:r>
          </a:p>
        </p:txBody>
      </p:sp>
    </p:spTree>
    <p:extLst>
      <p:ext uri="{BB962C8B-B14F-4D97-AF65-F5344CB8AC3E}">
        <p14:creationId xmlns:p14="http://schemas.microsoft.com/office/powerpoint/2010/main" val="4839017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C9C6CF-14D5-4C0B-AF36-89CBC49D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运行时按这六步检查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229F48-58AC-441A-812D-9C546C15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第02课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13FEFF-F6F2-4AA1-AA6C-D7D6329B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590A8E-A024-47A3-A6A9-3850309C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906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B1CF96-5B6E-4B64-9CC8-00A2FCE5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1906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新建或确认当前FreeCAD文档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1162050" y="18573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BD7A6B-7F29-4FD9-9DF6-71C678CE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1D1EF1-7B35-4C3B-B586-0AD9DEEC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716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打开菜单：视图 → 面板 → Python控制台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1162050" y="26384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325BBF-5A87-4D9D-8F87-E233489B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D03F45-0977-47C9-8FB4-3359E4A8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527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先运行原始代码，确认基准结果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1162050" y="34194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A0487A-8189-4BEA-A8BF-25E39A326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337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72C44B-8ECD-4E54-BD82-9960690C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337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一次只修改一个参数，再重新运行</a:t>
            </a:r>
          </a:p>
        </p:txBody>
      </p:sp>
      <p:cxnSp>
        <p:nvCxnSpPr>
          <p:cNvPr id="53" name=""/>
          <p:cNvCxnSpPr/>
          <p:nvPr/>
        </p:nvCxnSpPr>
        <p:spPr>
          <a:xfrm xmlns:a="http://schemas.openxmlformats.org/drawingml/2006/main">
            <a:off x="1162050" y="42005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A9B630-CCBF-4B5F-9A5D-D59DE2CB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148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9E6F32-55DC-4614-92D6-477F2F2C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148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用前视、俯视和轴测图观察变化</a:t>
            </a:r>
          </a:p>
        </p:txBody>
      </p:sp>
      <p:cxnSp>
        <p:nvCxnSpPr>
          <p:cNvPr id="56" name=""/>
          <p:cNvCxnSpPr/>
          <p:nvPr/>
        </p:nvCxnSpPr>
        <p:spPr>
          <a:xfrm xmlns:a="http://schemas.openxmlformats.org/drawingml/2006/main">
            <a:off x="1162050" y="49815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DD2A15-E2AE-4440-BF2B-07DDE9B3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958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5CEE77-7501-443B-A3D7-5E2BC93C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958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保存FCStd文件、截图和实验记录</a:t>
            </a:r>
          </a:p>
        </p:txBody>
      </p:sp>
    </p:spTree>
    <p:extLst>
      <p:ext uri="{BB962C8B-B14F-4D97-AF65-F5344CB8AC3E}">
        <p14:creationId xmlns:p14="http://schemas.microsoft.com/office/powerpoint/2010/main" val="121903393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B48025-1E11-418B-8C00-A5E0CD0F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预测—观察—解释：不要只看结果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24D060-0406-4FC7-B9C3-34FA6574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第02课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D1A71A-356A-4722-BCE7-E273EE60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B6AE04-0574-4484-94E4-310E59699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342900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767DBD-064F-4CF5-8F8C-C9D2D340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573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预测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0F2D37-9581-48FF-9369-09323A2DF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14625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运行前写下你认为会发生什么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86AA65-B831-4D69-B078-D729874F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24000"/>
            <a:ext cx="342900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066978-E713-4555-97AB-F0967B12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573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观察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D59401-2837-4878-A474-B43B2E0CE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14625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记录对象数量、位置、形状和颜色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AAD0EA-578D-4D42-B6FB-E047FC18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524000"/>
            <a:ext cx="342900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22542E-BE7A-4108-9861-F2928D13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573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解释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284035-B3A3-4FB1-AD6B-863D96AA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14625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用本课公式或代码说明原因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F7EEAE-4331-4ADA-8992-1868B8E8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如果结果与预测不同，差异就是最有价值的学习线索。</a:t>
            </a:r>
          </a:p>
        </p:txBody>
      </p:sp>
    </p:spTree>
    <p:extLst>
      <p:ext uri="{BB962C8B-B14F-4D97-AF65-F5344CB8AC3E}">
        <p14:creationId xmlns:p14="http://schemas.microsoft.com/office/powerpoint/2010/main" val="21009170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52EF05-F941-448D-B0D1-BD53299AD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出错并不可怕，先按顺序排查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7B3A96-2717-4206-8158-57691D28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第02课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A34C2D-C8F7-4C75-8991-C7D00EF41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D33579-8646-4566-B9BF-D53F17E7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763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5D4D86-F367-40D6-BEA5-D299F36F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763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没有活动文档就添加对象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1162050" y="21431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5FAC64-3114-417B-B11F-8A7AFD6D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574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71163F-7CA9-4EB5-AAD0-7E504511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574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创建了Shape却没有显示对象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1162050" y="29241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9C8F2B-4A0C-465C-B51A-F24C3C1A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384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CF87D0-8EF0-4262-AC4E-DF0CF629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384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把半径和直径混用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A6CABC-8340-42B3-8190-EAF8D4F1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通用排查顺序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16560D-DE88-4F02-8783-314B5EE84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看报错最后一行 → 检查拼写与缩进 → 检查参数范围 → 检查文档和对象 → 重新运行</a:t>
            </a:r>
          </a:p>
        </p:txBody>
      </p:sp>
    </p:spTree>
    <p:extLst>
      <p:ext uri="{BB962C8B-B14F-4D97-AF65-F5344CB8AC3E}">
        <p14:creationId xmlns:p14="http://schemas.microsoft.com/office/powerpoint/2010/main" val="70001695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1248F1-7B9C-41ED-A477-204933B6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分层挑战：每个人都能向前一步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F39187-B351-4C71-9F57-2BADB8CE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第02课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83DD65-1825-4E13-813F-075D1070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FBE3B3-0160-46AF-957F-6DC826F0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76375"/>
            <a:ext cx="342900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3E01D7-C5EC-4949-BD70-CA40D1FD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基础任务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086746-ABE4-4BC9-B760-E6F6F6B3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创建半径10毫米球体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D3A4BB-AF7E-47FA-922A-E3B24A49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完成即可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61B48C-B547-45F6-B9B3-B1469A9B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76375"/>
            <a:ext cx="342900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5B8F4E-90FF-41CE-AACB-CD8E7743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62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进阶任务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7B0A49-BA66-4262-92F5-4F97FE63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241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改成半径15毫米并比较体积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FE8E8A-130A-4278-9600-49B6B19BE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95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说明修改理由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1B37EE-D766-494F-BB76-B98C59C4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476375"/>
            <a:ext cx="342900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C3FF4B-BF56-4737-94B3-8A31A0679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62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创意任务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757DEF-E617-4A6E-91C1-493663BEC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241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再创建一个立方体观察差异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BB47F8-853E-4EA1-A2F9-28D03BEBC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95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形成自己的设计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FF814E-E54E-4A02-98AF-48F96A57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8162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先完成基础任务，再选择更高层级；不要跳过文件保存。</a:t>
            </a:r>
          </a:p>
        </p:txBody>
      </p:sp>
    </p:spTree>
    <p:extLst>
      <p:ext uri="{BB962C8B-B14F-4D97-AF65-F5344CB8AC3E}">
        <p14:creationId xmlns:p14="http://schemas.microsoft.com/office/powerpoint/2010/main" val="96051554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C6C62A-B54C-473A-BE0E-DC0E5E16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作品评价看四件事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9B780B-08F0-4580-9C79-B733553F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第02课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899C7E-9C78-4B88-B551-AF584F45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024619-6DB2-44EE-9BB5-530910B7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7B2CA8-CB9D-4698-8702-D442FCC5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可运行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956B2C-0414-48FF-AD38-0BCFDB04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代码或操作能稳定得到结果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AC13CA-8696-456C-B713-39C0A5E5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42875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DF85F3-FEC8-42D8-BF06-A3989CA3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383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可解释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08E759-13DB-4DD0-936E-10715E721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7170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能说出关键参数与变化原因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D10977-9FBA-4726-89BE-229C17DF1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2900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D6079E-8833-49E5-9968-303E0D6F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可修改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C61F5A-CF1E-415C-BB13-262F5702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能按任务要求完成一次有效迭代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C3964B-1DB5-4C2C-A220-F6DF8ED8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42900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9F2C05-2974-4A68-B0CD-C79F7EDA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385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可归档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446D05-1502-4562-88DA-4C327D35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源文件、截图和记录命名规范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E8CF09-4B1E-4753-9394-0370E733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197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自评后请同桌复核一次，再提交教师检查。</a:t>
            </a:r>
          </a:p>
        </p:txBody>
      </p:sp>
    </p:spTree>
    <p:extLst>
      <p:ext uri="{BB962C8B-B14F-4D97-AF65-F5344CB8AC3E}">
        <p14:creationId xmlns:p14="http://schemas.microsoft.com/office/powerpoint/2010/main" val="59099735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91C547-FFBB-4318-B1EE-67479DF1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下课前，完成四项自检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68BD65-B873-4C53-97F3-D6028D71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E49498-4245-4B03-9466-C008B7E45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5716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我能用一句话解释本课原理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9223D7-A640-4C94-B53D-4A3C78E1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717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A2E816-7EAF-4374-91F2-30B06064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717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我能把公式读成中文并代入数字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8070D4-136E-4832-97CC-971D84D5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AE3E64-E23E-4F61-9815-9A45EF0E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718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我能指出代码中的关键参数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DE60EA-DB58-42CD-AEC2-78C6C6C9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719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3528D0-EA1A-408B-89A3-85C8B887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719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我已完成作品、截图和实验记录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495300" y="52387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CAE077-EE9F-4141-B1B6-9D06ACA6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保存文件：第02课_班级_匿名编号.FCStd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A36E1F-8FCB-490F-8D73-068F66534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7599102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2026-07-12T00:12:08.3850000Z</dcterms:created>
  <dcterms:modified xsi:type="dcterms:W3CDTF">2026-07-12T00:12:08.3850000Z</dcterms:modified>
</coreProperties>
</file>