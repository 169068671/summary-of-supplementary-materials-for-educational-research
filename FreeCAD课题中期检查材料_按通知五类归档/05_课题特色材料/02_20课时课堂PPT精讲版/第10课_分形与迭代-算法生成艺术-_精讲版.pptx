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afe1d507fc450e" /><Relationship Type="http://schemas.openxmlformats.org/officeDocument/2006/relationships/extended-properties" Target="/docProps/app.xml" Id="R4a23902f2d874de1" /><Relationship Type="http://schemas.openxmlformats.org/officeDocument/2006/relationships/officeDocument" Target="/ppt/presentation.xml" Id="Rfdf6155f402a49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bc8367d33e45fc"/>
  </p:sldMasterIdLst>
  <p:notesMasterIdLst>
    <p:notesMasterId xmlns:r="http://schemas.openxmlformats.org/officeDocument/2006/relationships" r:id="R2801e7899fae4081"/>
  </p:notesMasterIdLst>
  <p:sldIdLst>
    <p:sldId xmlns:r="http://schemas.openxmlformats.org/officeDocument/2006/relationships" id="256" r:id="Re34208a6b94c4068"/>
    <p:sldId xmlns:r="http://schemas.openxmlformats.org/officeDocument/2006/relationships" id="257" r:id="Rc73022c2b705450f"/>
    <p:sldId xmlns:r="http://schemas.openxmlformats.org/officeDocument/2006/relationships" id="258" r:id="R99d3c4245806478e"/>
    <p:sldId xmlns:r="http://schemas.openxmlformats.org/officeDocument/2006/relationships" id="259" r:id="R66b26777c1384e02"/>
    <p:sldId xmlns:r="http://schemas.openxmlformats.org/officeDocument/2006/relationships" id="260" r:id="R000b6839577e4d39"/>
    <p:sldId xmlns:r="http://schemas.openxmlformats.org/officeDocument/2006/relationships" id="261" r:id="Rf8aa1034753442e4"/>
    <p:sldId xmlns:r="http://schemas.openxmlformats.org/officeDocument/2006/relationships" id="262" r:id="Rd3bd3a63c9ae4572"/>
    <p:sldId xmlns:r="http://schemas.openxmlformats.org/officeDocument/2006/relationships" id="263" r:id="R84f6edb7761949ac"/>
    <p:sldId xmlns:r="http://schemas.openxmlformats.org/officeDocument/2006/relationships" id="264" r:id="R56aaac45b8074807"/>
    <p:sldId xmlns:r="http://schemas.openxmlformats.org/officeDocument/2006/relationships" id="265" r:id="R0c09b8f504114fae"/>
    <p:sldId xmlns:r="http://schemas.openxmlformats.org/officeDocument/2006/relationships" id="266" r:id="R2931a65695a54a9f"/>
    <p:sldId xmlns:r="http://schemas.openxmlformats.org/officeDocument/2006/relationships" id="267" r:id="Rb3a01214a2fa4073"/>
    <p:sldId xmlns:r="http://schemas.openxmlformats.org/officeDocument/2006/relationships" id="268" r:id="Rb18a9948d2f54122"/>
    <p:sldId xmlns:r="http://schemas.openxmlformats.org/officeDocument/2006/relationships" id="269" r:id="Rad3eaf6327de4300"/>
    <p:sldId xmlns:r="http://schemas.openxmlformats.org/officeDocument/2006/relationships" id="270" r:id="R00e4e98875b043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18886e36c6434e" /><Relationship Type="http://schemas.openxmlformats.org/officeDocument/2006/relationships/slideMaster" Target="/ppt/slideMasters/slideMaster1.xml" Id="R7fbc8367d33e45fc" /><Relationship Type="http://schemas.openxmlformats.org/officeDocument/2006/relationships/notesMaster" Target="/ppt/notesMasters/notesMaster1.xml" Id="R2801e7899fae4081" /><Relationship Type="http://schemas.openxmlformats.org/officeDocument/2006/relationships/presProps" Target="/ppt/presProps.xml" Id="R455346416c3d4f6a" /><Relationship Type="http://schemas.openxmlformats.org/officeDocument/2006/relationships/tableStyles" Target="/ppt/tableStyles.xml" Id="Ra29ddd93516a451a" /><Relationship Type="http://schemas.openxmlformats.org/officeDocument/2006/relationships/slide" Target="/ppt/slides/slide1.xml" Id="Re34208a6b94c4068" /><Relationship Type="http://schemas.openxmlformats.org/officeDocument/2006/relationships/slide" Target="/ppt/slides/slide2.xml" Id="Rc73022c2b705450f" /><Relationship Type="http://schemas.openxmlformats.org/officeDocument/2006/relationships/slide" Target="/ppt/slides/slide3.xml" Id="R99d3c4245806478e" /><Relationship Type="http://schemas.openxmlformats.org/officeDocument/2006/relationships/slide" Target="/ppt/slides/slide4.xml" Id="R66b26777c1384e02" /><Relationship Type="http://schemas.openxmlformats.org/officeDocument/2006/relationships/slide" Target="/ppt/slides/slide5.xml" Id="R000b6839577e4d39" /><Relationship Type="http://schemas.openxmlformats.org/officeDocument/2006/relationships/slide" Target="/ppt/slides/slide6.xml" Id="Rf8aa1034753442e4" /><Relationship Type="http://schemas.openxmlformats.org/officeDocument/2006/relationships/slide" Target="/ppt/slides/slide7.xml" Id="Rd3bd3a63c9ae4572" /><Relationship Type="http://schemas.openxmlformats.org/officeDocument/2006/relationships/slide" Target="/ppt/slides/slide8.xml" Id="R84f6edb7761949ac" /><Relationship Type="http://schemas.openxmlformats.org/officeDocument/2006/relationships/slide" Target="/ppt/slides/slide9.xml" Id="R56aaac45b8074807" /><Relationship Type="http://schemas.openxmlformats.org/officeDocument/2006/relationships/slide" Target="/ppt/slides/slide10.xml" Id="R0c09b8f504114fae" /><Relationship Type="http://schemas.openxmlformats.org/officeDocument/2006/relationships/slide" Target="/ppt/slides/slide11.xml" Id="R2931a65695a54a9f" /><Relationship Type="http://schemas.openxmlformats.org/officeDocument/2006/relationships/slide" Target="/ppt/slides/slide12.xml" Id="Rb3a01214a2fa4073" /><Relationship Type="http://schemas.openxmlformats.org/officeDocument/2006/relationships/slide" Target="/ppt/slides/slide13.xml" Id="Rb18a9948d2f54122" /><Relationship Type="http://schemas.openxmlformats.org/officeDocument/2006/relationships/slide" Target="/ppt/slides/slide14.xml" Id="Rad3eaf6327de4300" /><Relationship Type="http://schemas.openxmlformats.org/officeDocument/2006/relationships/slide" Target="/ppt/slides/slide15.xml" Id="R00e4e98875b043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2d8a61f7384c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47f129eb947f9" /><Relationship Type="http://schemas.openxmlformats.org/officeDocument/2006/relationships/notesMaster" Target="/ppt/notesMasters/notesMaster1.xml" Id="Rbfe19de25dcc46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0c662bf0bf4775" /><Relationship Type="http://schemas.openxmlformats.org/officeDocument/2006/relationships/notesMaster" Target="/ppt/notesMasters/notesMaster1.xml" Id="R16715a00c6e64f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247afd4abc4cb2" /><Relationship Type="http://schemas.openxmlformats.org/officeDocument/2006/relationships/notesMaster" Target="/ppt/notesMasters/notesMaster1.xml" Id="R906a39b1454447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1880fa3acc4f28" /><Relationship Type="http://schemas.openxmlformats.org/officeDocument/2006/relationships/notesMaster" Target="/ppt/notesMasters/notesMaster1.xml" Id="R13b385ec890b48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259df631e9444b" /><Relationship Type="http://schemas.openxmlformats.org/officeDocument/2006/relationships/notesMaster" Target="/ppt/notesMasters/notesMaster1.xml" Id="R7930d7168df944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f1e8fd020e401c" /><Relationship Type="http://schemas.openxmlformats.org/officeDocument/2006/relationships/notesMaster" Target="/ppt/notesMasters/notesMaster1.xml" Id="R12f6049cfe1748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c6e9c7e2ad4de7" /><Relationship Type="http://schemas.openxmlformats.org/officeDocument/2006/relationships/notesMaster" Target="/ppt/notesMasters/notesMaster1.xml" Id="Rd63027659cb24a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1925fb66c34b05" /><Relationship Type="http://schemas.openxmlformats.org/officeDocument/2006/relationships/notesMaster" Target="/ppt/notesMasters/notesMaster1.xml" Id="R4f0b392f4b5743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13963617f74d9c" /><Relationship Type="http://schemas.openxmlformats.org/officeDocument/2006/relationships/notesMaster" Target="/ppt/notesMasters/notesMaster1.xml" Id="R11a6e8f4b55147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852b9fae734cd9" /><Relationship Type="http://schemas.openxmlformats.org/officeDocument/2006/relationships/notesMaster" Target="/ppt/notesMasters/notesMaster1.xml" Id="R445ea17fcd0445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e1fd699a274222" /><Relationship Type="http://schemas.openxmlformats.org/officeDocument/2006/relationships/notesMaster" Target="/ppt/notesMasters/notesMaster1.xml" Id="R0a17cd5f7f8845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402285e1914dcf" /><Relationship Type="http://schemas.openxmlformats.org/officeDocument/2006/relationships/notesMaster" Target="/ppt/notesMasters/notesMaster1.xml" Id="R7560606791f94e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c0a1892dcd432c" /><Relationship Type="http://schemas.openxmlformats.org/officeDocument/2006/relationships/notesMaster" Target="/ppt/notesMasters/notesMaster1.xml" Id="R6688108ae1ec4a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598c87901f48d5" /><Relationship Type="http://schemas.openxmlformats.org/officeDocument/2006/relationships/notesMaster" Target="/ppt/notesMasters/notesMaster1.xml" Id="R9df3241809cf4f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50adcfde8543ac" /><Relationship Type="http://schemas.openxmlformats.org/officeDocument/2006/relationships/notesMaster" Target="/ppt/notesMasters/notesMaster1.xml" Id="R1388d1ded9b34b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df6983c144b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65f800d67a417f" /><Relationship Type="http://schemas.openxmlformats.org/officeDocument/2006/relationships/slideLayout" Target="/ppt/slideLayouts/slideLayout1.xml" Id="R3f4606d076ba4f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4606d076ba4f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cd4ad661a461b" /><Relationship Type="http://schemas.openxmlformats.org/officeDocument/2006/relationships/notesSlide" Target="/ppt/notesSlides/notesSlide1.xml" Id="Rec967e2073e046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c551794eb41d6" /><Relationship Type="http://schemas.openxmlformats.org/officeDocument/2006/relationships/notesSlide" Target="/ppt/notesSlides/notesSlide2.xml" Id="Rb44b461a663543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740e02b12432f" /><Relationship Type="http://schemas.openxmlformats.org/officeDocument/2006/relationships/notesSlide" Target="/ppt/notesSlides/notesSlide3.xml" Id="R32c4ae6177d640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7611386184bef" /><Relationship Type="http://schemas.openxmlformats.org/officeDocument/2006/relationships/notesSlide" Target="/ppt/notesSlides/notesSlide4.xml" Id="R66943ce836504f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0cd37d2084d5a" /><Relationship Type="http://schemas.openxmlformats.org/officeDocument/2006/relationships/notesSlide" Target="/ppt/notesSlides/notesSlide5.xml" Id="Rf78fc655c18449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1194f6b15406a" /><Relationship Type="http://schemas.openxmlformats.org/officeDocument/2006/relationships/notesSlide" Target="/ppt/notesSlides/notesSlide6.xml" Id="R0d4d1be1924643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2a49973bf425c" /><Relationship Type="http://schemas.openxmlformats.org/officeDocument/2006/relationships/notesSlide" Target="/ppt/notesSlides/notesSlide7.xml" Id="Rbec584768d7f43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ffb160d1041a7" /><Relationship Type="http://schemas.openxmlformats.org/officeDocument/2006/relationships/notesSlide" Target="/ppt/notesSlides/notesSlide8.xml" Id="Rfdd1a09c184547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a9c4611a24de8" /><Relationship Type="http://schemas.openxmlformats.org/officeDocument/2006/relationships/notesSlide" Target="/ppt/notesSlides/notesSlide9.xml" Id="R124e4d6084ef42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cb8ec59754562" /><Relationship Type="http://schemas.openxmlformats.org/officeDocument/2006/relationships/notesSlide" Target="/ppt/notesSlides/notesSlide10.xml" Id="R92e9e2fe92fa44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8da33ce5c4ca7" /><Relationship Type="http://schemas.openxmlformats.org/officeDocument/2006/relationships/notesSlide" Target="/ppt/notesSlides/notesSlide11.xml" Id="R3e553b473b944b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fca46f5e64801" /><Relationship Type="http://schemas.openxmlformats.org/officeDocument/2006/relationships/notesSlide" Target="/ppt/notesSlides/notesSlide12.xml" Id="R6f9add2ce35246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9f85760784ecd" /><Relationship Type="http://schemas.openxmlformats.org/officeDocument/2006/relationships/notesSlide" Target="/ppt/notesSlides/notesSlide13.xml" Id="Ref5052c6d48843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04b8fb658476e" /><Relationship Type="http://schemas.openxmlformats.org/officeDocument/2006/relationships/notesSlide" Target="/ppt/notesSlides/notesSlide14.xml" Id="R134b6e66fb9d4e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873e7a5644675" /><Relationship Type="http://schemas.openxmlformats.org/officeDocument/2006/relationships/notesSlide" Target="/ppt/notesSlides/notesSlide15.xml" Id="Rc0ee515dfd574b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AFDC5F-9AC3-49EF-AD8C-ACDA608E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模块3  数学之美与算法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5D0AB-C67E-4189-BAC7-4A235DDA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10 课：分形与迭代（算法生成艺术）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F1E88-50B4-4F9E-A985-480233CA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"局部与整体具有自相似性，用极简规则生成无限复杂的形态。"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97AD8-89BD-4D1E-8539-7768AEDB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4B358-90AD-4DE9-93AC-3F9C9184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0080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8B1C89-F608-4CFE-9B02-9570DD04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008D2-483D-4B4D-9388-A93DF40C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D413D-751B-4C20-B892-0C08DD87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5FC2A-0881-4B13-80D5-7319A84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71EA8-5A90-4A0A-A7E6-02ED4CE8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分形用简单规则反复生成复杂图案，局部与整体具有相似性。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5972E-600D-4F41-804E-CD98AA09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5BA61-BC3C-459A-8A13-D3131165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04BCB-38A6-4CB5-9701-D426C08F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3ACAB-4CCB-4C31-BEBF-82934C12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1322D-55A1-4C14-BF6D-7E304A5C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E9CBC-A0BE-4C99-8672-B2D4C5AE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88740-4E5A-4505-89BE-4F3B58AA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1512137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78B67E-6589-4C54-ADD7-7C5E9F24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01CED-C7FE-46C8-B6E9-1AF7E6E0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1E344-7931-42AA-92CC-CD398DF6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2CC89-7464-4685-8CBE-85251CE6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36D3B-2A28-4F4E-9E96-03E6E2F4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741BE-B227-4DEF-9DD6-84DEC690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51BA5-DDC5-4D2B-91F3-93E4ED81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分形用简单规则反复生成复杂图案，局部与整体具有相似性。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91CAB-4A88-4BF1-9BF2-9FCD46F6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D4651-2DCC-4D2D-9785-4FA4D5BC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EE9A2-9CE2-4158-BDC1-BC2558E2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D1224-E109-4F85-BF6C-56B9C1F8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新尺寸 = 旧尺寸 ÷ 缩放倍数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7FDFE-CE21-49F8-A9FC-EF279A14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94EA0-C705-4495-98EE-DC545C3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D3144-8F49-4AF2-B270-BC8B26B8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1D708-49A8-4141-8DA0-0AF982EE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完成3×3基础阵列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1F736-BA55-408F-AD29-358E181C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1653546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10A1D0-AC4E-437B-A1EF-6EAF3857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A57DC-7DFD-4C59-A22A-2D6B277B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C839D-337B-4153-9913-B987592F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05597-1CF5-4C6A-95D7-D71BF2CC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像雪花、蕨类和树枝：同一结构在不同尺度重复出现。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F7D27-0987-46EE-B200-A4527F34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85134-C0E5-4FA4-BCFF-379F07CB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EC40B-8B8C-4757-9F87-91325B42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21955-63A9-4F6B-807C-CC057141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B857E-5FD3-4427-922A-7652063C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1C83C-681C-4AC9-B7B4-E6A2BE4E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354602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EED1D-254C-48EF-90A9-47A2DC7D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A5D6D-6477-4764-8585-0BF4B90F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135B7-BA18-41CE-927D-F6AC2C2B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0F255-485C-4D45-BD85-E33C3CF5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新尺寸 = 旧尺寸 ÷ 缩放倍数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9ED67-43E5-43A5-B604-68168688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31444-0E72-4FDC-ADB9-FFCDED9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每迭代一次，元素变小但数量增加。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733F5-F03F-4709-BD37-4A26AF95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58876-2F3D-4D12-9C36-7D19C494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1734467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09688C-10CE-4F9D-BDE8-80AC5843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58CD7-EB9B-4D43-A9CF-07BE2AA0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8DFAD-70CA-4056-8C86-87322FAE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B0CF8-8D1F-4A6F-9025-9C317210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C0B28-85A1-4029-8670-6BB82D2D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边长30按3倍缩小，新方块边长10毫米。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01A67-CED3-46FD-9760-025CD7BD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36176-B110-4E93-9A46-852E7776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边长30按3倍缩小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63CE4-9C48-4738-B1C3-A26CF36A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DB524-DB54-490E-9CAD-7A203988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新方块边长10毫米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2439A-DE41-44F5-81F0-150372B9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2396725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FEA6D-C2DD-451D-90AE-4B60FEA9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239AE-3AA5-4906-A118-0BCFB247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B4B4B-8FD9-411A-BBDD-EF00FA0E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E6FD7-C218-4A1C-AAD5-7D477028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3B850-4255-4A11-B37B-2D7AD526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F1E33-706A-4D41-9CA7-BFE91562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515F6-35DA-4FE6-81B1-551A64A9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56AF2-7C8A-413F-80FE-EC3C02B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40A1A-54FD-421A-8C87-AD7B318D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CFCC4-D13E-4E34-9755-91279A4C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66CF1-710D-4E41-B329-06D6D4CB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459F3-F109-47AB-9859-3FDA1B6E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8FD83-9212-4115-BB79-63627B88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6813520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F9D363-6FCF-4909-A8EA-3A255918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742FD-06A1-4526-A18A-099DC03A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CAF36-771E-4DD4-88E5-3E9DB84A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AC460-416F-4C41-AB0B-11A44E6D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E2CD7-E076-4BC0-BD15-1808F1A8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A6EEF-413E-485A-AF0D-7FD87BB9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C9DD1-FB5C-4954-9C9C-35DB1F9A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C266B-87E0-432E-A8FF-7F105C45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CDC8C-70E3-4DAC-8625-0C066F3D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5D853-7131-43F2-9C25-4ECB74A1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4D5AE-4619-431A-ACFD-F9316B8D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重复：循环变量控制次数和位置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1162050" y="43910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D730A-CBA3-430E-8146-0DBE2081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5CE26-D0E9-4F9F-9A5B-D75B810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053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判断：条件决定是否执行下一步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8B29B-DFC1-4418-86E6-F182FF82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310F1-9488-48E6-A41D-700F65BB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525848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891A77-7727-4DAE-9035-6F1E3EE0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6A113-82F5-47E5-BF29-CE3FCD16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FCD52-AA41-442E-BB43-4C4AC910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B9E12-9469-484E-BE92-02F9EEEC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8B17C-294E-4506-80E3-CC1F8504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App.newDocument("Lesson10")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for x in range(3):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for y in range(3):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    box = doc.addObject("Part::Feature", "Box")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    box.Shape = Part.makeBox(8, 8, 2)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    box.Placement.Base = App.Vector(x*10, y*10, 0)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</p:txBody>
      </p:sp>
    </p:spTree>
    <p:extLst>
      <p:ext uri="{BB962C8B-B14F-4D97-AF65-F5344CB8AC3E}">
        <p14:creationId xmlns:p14="http://schemas.microsoft.com/office/powerpoint/2010/main" val="18367506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B015A0-78C2-4A33-B6E6-465C5DA8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B40D3-DB28-4218-9732-9B2FB6FE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1019B-A50D-4FDB-BE4C-D4E10BCC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01636-F7A8-404B-AAC7-F026C0D7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D5B9D-BDD1-4995-8289-11D798E1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CA730-2CD0-4AA7-8D4E-50D2A325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87C43-A1A0-4846-958D-8B520572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40155-CEA3-4FE9-B1DE-1AA7CA5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C2E55-0355-4DE6-B3D1-3B4FD2AF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8B7FA-FD90-424B-B9F2-8A85567A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C5959-28FF-480C-8500-62B4C9DD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08AC2-E6CB-4154-95AD-E48BF788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BDBE7-1412-470C-BC6A-6D9DAC58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61A8B-29FE-46D3-99C9-A62CD5FC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685D8-E5A6-4380-8A55-220B7571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13963025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82A61-0DAE-42B2-869A-3660BDDF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05439-0F86-4602-B0D1-6477B6FC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86432-3347-4269-9926-86A708E8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F2EA7-FC91-4CBF-BA60-4FFDE9E6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20EC5-65FE-442C-B25B-B3C0149A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A5998-3470-4B65-B500-879C9631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53DAB-BF63-43D8-87DE-6C4DF3B4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986AD-DD78-4C9F-A17B-DEBC2949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43826-109C-42F6-998A-FBA10885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C05E0-7871-498F-89B5-17CDD88F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9907A-25D4-44A2-91D7-841E18E1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DA7AE-2BE7-47E1-8540-17EBFF0C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6CCB0-3EDB-4CE7-8A8D-C10AFD85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18215988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081D09-4EBE-4CAD-BA54-C5C5EA90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D9A51-EBF3-45E4-B814-1E0D985C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EDAE8-C878-4341-A178-0C56B46F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260FC-2EF1-40DD-9223-734D7C91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7058A-227C-4697-B06A-038C572C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循环层数过多导致运行很慢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7DF65-A592-4AD2-B9B6-4F63AD5C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28C5B-4836-460D-BD39-BAE13DB6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间距与缩放不匹配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0556A-A86B-4D21-A3B5-8E6496D4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DE9C1-1624-4F0B-BB51-36D3BCEE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对象数量太大难以操作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A2941-3F84-4918-85C0-28C28050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F4484-3980-4B5A-B394-7D61CFE7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9389980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A92383-EADE-4FDB-9173-1221E803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87D2C-2B7A-4747-B056-4D43FB60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47557-D488-4E57-98AE-E03D2E0C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D66CE-B74F-4DD6-9835-F50477AB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3478D-561C-421E-93D3-F72CA81C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79C39-B053-43D3-916A-AA4EA6BB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完成3×3基础阵列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80EB5-8112-4D02-86DA-4092E20F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611BC-7E28-4E20-85DB-0F4A7A30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0FD47-5198-4F0A-BE5F-B012616A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6E48E-C609-4587-9CC4-912E7EB4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删除中心位置形成地毯图案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8430F-D25E-4687-8342-7318CD66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EAAB1-FF33-4AE5-9DEF-6E17F76E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5B860-73B6-4954-92EE-37DD0FEB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46505-C593-462C-B13F-9FE8A202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增加一轮迭代并记录对象数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C0C6C-0AEF-41B6-8F6F-1DD971DE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5B9BA-53BD-46B0-A7F8-205471C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20978983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B23209-1E42-4A99-90BE-0BE0D03E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B081F-E2DD-48C4-AA5F-C7228E06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第10课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BAF02-834E-4C8B-A77E-4372F4D8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CEA35-B63C-425B-B906-FD868A39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B2A9D-9097-4F5C-B0BC-5B375B3B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5FA5A-D220-4822-BE19-9AFFAF9C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63748-2FEF-4612-8211-E29279A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AB72B-D20C-408D-8F26-A7D093FA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0D994-1042-456C-8ED5-260641D0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DAE32-A61E-47F9-A0C6-E9AE8985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E0BFB-6C82-4691-93E3-692880C9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01CA5-BA5F-4647-915E-2FEC66AA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447D0-50BE-4A65-A614-6D0DAFE6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486F0-7951-4C33-910E-56F3DFA2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C1D1B-12C8-4746-BEA1-3F134768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B2CDB-B086-43A9-A2C9-2C1390A5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8192040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53FCF4-653D-46E7-8B81-54A855DD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43F0F-7665-4218-8ADA-C6C4A430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ADB25-E2A4-4221-AFF2-4E101660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26A9A-4299-4C21-B27C-71FE4009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BD5D6-5AA2-4D2E-836F-9AF935D0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BD823-ECE2-466F-8ABC-09E4AA89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B4DE7-2CC7-43E6-A9D7-067C667A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DE4ED-E532-42E5-9229-81FE1F59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4F95A-52CE-400E-9815-B110FB2C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E0332-732C-4615-8E89-4BD20602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保存文件：第10课_班级_匿名编号.FCStd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56600-30C7-414B-8C1F-CBEC8558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96998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2026-07-12T00:12:10.8900000Z</dcterms:created>
  <dcterms:modified xsi:type="dcterms:W3CDTF">2026-07-12T00:12:10.8900000Z</dcterms:modified>
</coreProperties>
</file>