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eccfaf26ba42ce" /><Relationship Type="http://schemas.openxmlformats.org/officeDocument/2006/relationships/extended-properties" Target="/docProps/app.xml" Id="R0236dd0355ee4a16" /><Relationship Type="http://schemas.openxmlformats.org/officeDocument/2006/relationships/officeDocument" Target="/ppt/presentation.xml" Id="R3456e84ca3b549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d3b385e501432e"/>
  </p:sldMasterIdLst>
  <p:notesMasterIdLst>
    <p:notesMasterId xmlns:r="http://schemas.openxmlformats.org/officeDocument/2006/relationships" r:id="R627ebc6c8cdf4218"/>
  </p:notesMasterIdLst>
  <p:sldIdLst>
    <p:sldId xmlns:r="http://schemas.openxmlformats.org/officeDocument/2006/relationships" id="256" r:id="Rbe1a42558a7c4e1d"/>
    <p:sldId xmlns:r="http://schemas.openxmlformats.org/officeDocument/2006/relationships" id="257" r:id="R686834d1ff33403b"/>
    <p:sldId xmlns:r="http://schemas.openxmlformats.org/officeDocument/2006/relationships" id="258" r:id="Rc43a401d2bd2482b"/>
    <p:sldId xmlns:r="http://schemas.openxmlformats.org/officeDocument/2006/relationships" id="259" r:id="R3743d355df98422f"/>
    <p:sldId xmlns:r="http://schemas.openxmlformats.org/officeDocument/2006/relationships" id="260" r:id="R312badb0033d4d1c"/>
    <p:sldId xmlns:r="http://schemas.openxmlformats.org/officeDocument/2006/relationships" id="261" r:id="R7b0bbe617b9b4d55"/>
    <p:sldId xmlns:r="http://schemas.openxmlformats.org/officeDocument/2006/relationships" id="262" r:id="R64c9bf6374da4d64"/>
    <p:sldId xmlns:r="http://schemas.openxmlformats.org/officeDocument/2006/relationships" id="263" r:id="Ra9b109c16bf94e65"/>
    <p:sldId xmlns:r="http://schemas.openxmlformats.org/officeDocument/2006/relationships" id="264" r:id="Rd072a3b332254b69"/>
    <p:sldId xmlns:r="http://schemas.openxmlformats.org/officeDocument/2006/relationships" id="265" r:id="R7cce53bbf0494c8c"/>
    <p:sldId xmlns:r="http://schemas.openxmlformats.org/officeDocument/2006/relationships" id="266" r:id="R6daa7f734ebd49a7"/>
    <p:sldId xmlns:r="http://schemas.openxmlformats.org/officeDocument/2006/relationships" id="267" r:id="R66ff5404235d4b16"/>
    <p:sldId xmlns:r="http://schemas.openxmlformats.org/officeDocument/2006/relationships" id="268" r:id="Rb5193b8d45864588"/>
    <p:sldId xmlns:r="http://schemas.openxmlformats.org/officeDocument/2006/relationships" id="269" r:id="R49f2247732ff488d"/>
    <p:sldId xmlns:r="http://schemas.openxmlformats.org/officeDocument/2006/relationships" id="270" r:id="R55e82b86d772430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da379a05d7467a" /><Relationship Type="http://schemas.openxmlformats.org/officeDocument/2006/relationships/slideMaster" Target="/ppt/slideMasters/slideMaster1.xml" Id="R71d3b385e501432e" /><Relationship Type="http://schemas.openxmlformats.org/officeDocument/2006/relationships/notesMaster" Target="/ppt/notesMasters/notesMaster1.xml" Id="R627ebc6c8cdf4218" /><Relationship Type="http://schemas.openxmlformats.org/officeDocument/2006/relationships/presProps" Target="/ppt/presProps.xml" Id="Rec532194dc6c4bed" /><Relationship Type="http://schemas.openxmlformats.org/officeDocument/2006/relationships/tableStyles" Target="/ppt/tableStyles.xml" Id="R6d125810732448d2" /><Relationship Type="http://schemas.openxmlformats.org/officeDocument/2006/relationships/slide" Target="/ppt/slides/slide1.xml" Id="Rbe1a42558a7c4e1d" /><Relationship Type="http://schemas.openxmlformats.org/officeDocument/2006/relationships/slide" Target="/ppt/slides/slide2.xml" Id="R686834d1ff33403b" /><Relationship Type="http://schemas.openxmlformats.org/officeDocument/2006/relationships/slide" Target="/ppt/slides/slide3.xml" Id="Rc43a401d2bd2482b" /><Relationship Type="http://schemas.openxmlformats.org/officeDocument/2006/relationships/slide" Target="/ppt/slides/slide4.xml" Id="R3743d355df98422f" /><Relationship Type="http://schemas.openxmlformats.org/officeDocument/2006/relationships/slide" Target="/ppt/slides/slide5.xml" Id="R312badb0033d4d1c" /><Relationship Type="http://schemas.openxmlformats.org/officeDocument/2006/relationships/slide" Target="/ppt/slides/slide6.xml" Id="R7b0bbe617b9b4d55" /><Relationship Type="http://schemas.openxmlformats.org/officeDocument/2006/relationships/slide" Target="/ppt/slides/slide7.xml" Id="R64c9bf6374da4d64" /><Relationship Type="http://schemas.openxmlformats.org/officeDocument/2006/relationships/slide" Target="/ppt/slides/slide8.xml" Id="Ra9b109c16bf94e65" /><Relationship Type="http://schemas.openxmlformats.org/officeDocument/2006/relationships/slide" Target="/ppt/slides/slide9.xml" Id="Rd072a3b332254b69" /><Relationship Type="http://schemas.openxmlformats.org/officeDocument/2006/relationships/slide" Target="/ppt/slides/slide10.xml" Id="R7cce53bbf0494c8c" /><Relationship Type="http://schemas.openxmlformats.org/officeDocument/2006/relationships/slide" Target="/ppt/slides/slide11.xml" Id="R6daa7f734ebd49a7" /><Relationship Type="http://schemas.openxmlformats.org/officeDocument/2006/relationships/slide" Target="/ppt/slides/slide12.xml" Id="R66ff5404235d4b16" /><Relationship Type="http://schemas.openxmlformats.org/officeDocument/2006/relationships/slide" Target="/ppt/slides/slide13.xml" Id="Rb5193b8d45864588" /><Relationship Type="http://schemas.openxmlformats.org/officeDocument/2006/relationships/slide" Target="/ppt/slides/slide14.xml" Id="R49f2247732ff488d" /><Relationship Type="http://schemas.openxmlformats.org/officeDocument/2006/relationships/slide" Target="/ppt/slides/slide15.xml" Id="R55e82b86d77243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e8315f610b45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93e4390ecc4e94" /><Relationship Type="http://schemas.openxmlformats.org/officeDocument/2006/relationships/notesMaster" Target="/ppt/notesMasters/notesMaster1.xml" Id="Rbdc89acecee048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188a5711934295" /><Relationship Type="http://schemas.openxmlformats.org/officeDocument/2006/relationships/notesMaster" Target="/ppt/notesMasters/notesMaster1.xml" Id="Rf42d84faa83a4e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f98d73cc044869" /><Relationship Type="http://schemas.openxmlformats.org/officeDocument/2006/relationships/notesMaster" Target="/ppt/notesMasters/notesMaster1.xml" Id="Rbaa453d3281844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089181943e4c01" /><Relationship Type="http://schemas.openxmlformats.org/officeDocument/2006/relationships/notesMaster" Target="/ppt/notesMasters/notesMaster1.xml" Id="Rf849800fc2a04e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ff550045b44d70" /><Relationship Type="http://schemas.openxmlformats.org/officeDocument/2006/relationships/notesMaster" Target="/ppt/notesMasters/notesMaster1.xml" Id="R8e43525f344b41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a9ab337b0d4246" /><Relationship Type="http://schemas.openxmlformats.org/officeDocument/2006/relationships/notesMaster" Target="/ppt/notesMasters/notesMaster1.xml" Id="Rc82c03ca554b45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c97d11d4934e8a" /><Relationship Type="http://schemas.openxmlformats.org/officeDocument/2006/relationships/notesMaster" Target="/ppt/notesMasters/notesMaster1.xml" Id="R412855442a3546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dd0e12fbc34162" /><Relationship Type="http://schemas.openxmlformats.org/officeDocument/2006/relationships/notesMaster" Target="/ppt/notesMasters/notesMaster1.xml" Id="Rbc4cfa1154ab49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b62ff69bc74164" /><Relationship Type="http://schemas.openxmlformats.org/officeDocument/2006/relationships/notesMaster" Target="/ppt/notesMasters/notesMaster1.xml" Id="Rcf9fa286489140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26322be8cc4660" /><Relationship Type="http://schemas.openxmlformats.org/officeDocument/2006/relationships/notesMaster" Target="/ppt/notesMasters/notesMaster1.xml" Id="Ree9b593935b64a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9b0f8b299b4279" /><Relationship Type="http://schemas.openxmlformats.org/officeDocument/2006/relationships/notesMaster" Target="/ppt/notesMasters/notesMaster1.xml" Id="R5c95b3640f8d438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27b1f62adda40c3" /><Relationship Type="http://schemas.openxmlformats.org/officeDocument/2006/relationships/notesMaster" Target="/ppt/notesMasters/notesMaster1.xml" Id="R5d50deaa1419400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b678aff81fc44a7" /><Relationship Type="http://schemas.openxmlformats.org/officeDocument/2006/relationships/notesMaster" Target="/ppt/notesMasters/notesMaster1.xml" Id="R03724607723643f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6f7696e3ac64846" /><Relationship Type="http://schemas.openxmlformats.org/officeDocument/2006/relationships/notesMaster" Target="/ppt/notesMasters/notesMaster1.xml" Id="Raa97ff62cc4f4d7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6c49da551c34b21" /><Relationship Type="http://schemas.openxmlformats.org/officeDocument/2006/relationships/notesMaster" Target="/ppt/notesMasters/notesMaster1.xml" Id="Rfc96a94f796d40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e2dd220d744f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2d05b41f634e12" /><Relationship Type="http://schemas.openxmlformats.org/officeDocument/2006/relationships/slideLayout" Target="/ppt/slideLayouts/slideLayout1.xml" Id="Ra069ae97be1f42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69ae97be1f42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22688d0264faf" /><Relationship Type="http://schemas.openxmlformats.org/officeDocument/2006/relationships/notesSlide" Target="/ppt/notesSlides/notesSlide1.xml" Id="R767d88d6e1004c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b44bc51f147c2" /><Relationship Type="http://schemas.openxmlformats.org/officeDocument/2006/relationships/notesSlide" Target="/ppt/notesSlides/notesSlide2.xml" Id="R7ed73c576f9743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c82b004924d3f" /><Relationship Type="http://schemas.openxmlformats.org/officeDocument/2006/relationships/notesSlide" Target="/ppt/notesSlides/notesSlide3.xml" Id="R0fb2b02b550e47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1115b4fce46c6" /><Relationship Type="http://schemas.openxmlformats.org/officeDocument/2006/relationships/notesSlide" Target="/ppt/notesSlides/notesSlide4.xml" Id="R8817d134e9db48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62f41d16b458d" /><Relationship Type="http://schemas.openxmlformats.org/officeDocument/2006/relationships/notesSlide" Target="/ppt/notesSlides/notesSlide5.xml" Id="R4340dfe03b3442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ee6150efa4856" /><Relationship Type="http://schemas.openxmlformats.org/officeDocument/2006/relationships/notesSlide" Target="/ppt/notesSlides/notesSlide6.xml" Id="Re9a7d4da4f234a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767e5b2e740b5" /><Relationship Type="http://schemas.openxmlformats.org/officeDocument/2006/relationships/notesSlide" Target="/ppt/notesSlides/notesSlide7.xml" Id="Re7fe6ffc777944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7224033034c76" /><Relationship Type="http://schemas.openxmlformats.org/officeDocument/2006/relationships/notesSlide" Target="/ppt/notesSlides/notesSlide8.xml" Id="R5df54898800f4a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5deb639794704" /><Relationship Type="http://schemas.openxmlformats.org/officeDocument/2006/relationships/notesSlide" Target="/ppt/notesSlides/notesSlide9.xml" Id="Rd7e95a53640d458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d56babd88430b" /><Relationship Type="http://schemas.openxmlformats.org/officeDocument/2006/relationships/notesSlide" Target="/ppt/notesSlides/notesSlide10.xml" Id="Rfc8eca43dec04f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fcde164b94a9f" /><Relationship Type="http://schemas.openxmlformats.org/officeDocument/2006/relationships/notesSlide" Target="/ppt/notesSlides/notesSlide11.xml" Id="R2fc4154971ff4b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9d52f55c04283" /><Relationship Type="http://schemas.openxmlformats.org/officeDocument/2006/relationships/notesSlide" Target="/ppt/notesSlides/notesSlide12.xml" Id="R54c97d72da2449f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81e8372f745f7" /><Relationship Type="http://schemas.openxmlformats.org/officeDocument/2006/relationships/notesSlide" Target="/ppt/notesSlides/notesSlide13.xml" Id="R5cf6f7fdfbdc4e5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9d46b3ef84917" /><Relationship Type="http://schemas.openxmlformats.org/officeDocument/2006/relationships/notesSlide" Target="/ppt/notesSlides/notesSlide14.xml" Id="Ra9602dae9a5d4a5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83683498c4705" /><Relationship Type="http://schemas.openxmlformats.org/officeDocument/2006/relationships/notesSlide" Target="/ppt/notesSlides/notesSlide15.xml" Id="R744171bb94ad48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CC38D0-B442-4F91-B257-376F8DA0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模块2  Python与三维空间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301A8-06E8-4016-A5B0-0E90B58A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第 5 课：秩序的阵列（for 循环与线性构建）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CE4FC-AF51-4068-9512-E65118E2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242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63D1"/>
                </a:solidFill>
                <a:latin typeface="Arial"/>
                <a:ea typeface="Arial"/>
                <a:cs typeface="Arial"/>
              </a:rPr>
              <a:t>"利用循环变量，每次乘以固定的步长，即可在空间中生成均匀排列的结构。"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76250" y="4857750"/>
            <a:ext cx="11239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2F2A8-0C42-4875-B178-2CB0FCF8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911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FreeCAD三维设计与3D打印校本课程 · 精讲版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1DEC19-53CF-451C-88E9-25FCDA94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688875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19CDAB-9885-4C44-A26E-6B63DF7D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先观察，再猜一猜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9A91E-CB64-46A3-A11E-2DFDF5EC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第05课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C6DBD-47CA-41B3-B494-D689C204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3A7A8-784E-4CE0-A297-BB3100E8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290E5-FE2B-4299-AE18-0E3BA7AF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10706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循环让计算机重复做事，循环变量决定每次的位置差。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88FFA-0C18-4361-AE49-50162E3B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想一想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41AD3-3BA7-4B7E-B2FB-ECED241C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BBA5BF-EC3B-4536-9562-47746FA1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48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这个现象中，哪些量可以改变？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1162050" y="45370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6C713-A1A2-429F-902D-0AC6BCDD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51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92FA03-3C28-4EFB-9CF5-E4C6D9C3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51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如果把关键参数扩大一倍，结果会怎样？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1162050" y="51403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55E824-3C42-4694-A336-96AE75B4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4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A53E56-5972-46B1-AD82-3C58D277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54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我们能否把规律写成一条清晰的计算规则？</a:t>
            </a:r>
          </a:p>
        </p:txBody>
      </p:sp>
    </p:spTree>
    <p:extLst>
      <p:ext uri="{BB962C8B-B14F-4D97-AF65-F5344CB8AC3E}">
        <p14:creationId xmlns:p14="http://schemas.microsoft.com/office/powerpoint/2010/main" val="20601842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C85A7A-4593-41A9-8EB7-CABA7EF7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完成本课后，你应该能做到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7CA6C-7EA6-4F35-9C57-D95A3862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第05课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64F84-0234-4F19-A082-51ADDD16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FD5B7-55CC-4B3C-84A7-5A44EA21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A9725-BE43-41E5-9FE8-6179B11A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C0DF6-561F-45A1-86BB-BF5D17E5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说清楚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4D7443-2186-4265-810C-8B4CD623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循环让计算机重复做事，循环变量决定每次的位置差。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CC8597-D633-4DA5-974F-9EAF38E7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F0622C-E1C7-4805-AEA3-4AB2326A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2B97E-3B82-4077-BC18-38D57956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算明白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EEA5B6-5721-4E70-9811-2F33BED3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第n个位置 = 第1个位置 +（n－1）× 间距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4A82FC-E109-429D-BA05-D20B5DFC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E3EA3D-DE91-4F5A-8DF6-6B59D89D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2B312C-69E3-4976-9302-38E1E340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做出来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38D8F7-6218-496D-A8B2-07F02AA8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把5级台阶改成10级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CC9BD5-FFA5-4028-B294-1DE939C3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863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目标不是“看懂”，而是能够解释、修改、验证。</a:t>
            </a:r>
          </a:p>
        </p:txBody>
      </p:sp>
    </p:spTree>
    <p:extLst>
      <p:ext uri="{BB962C8B-B14F-4D97-AF65-F5344CB8AC3E}">
        <p14:creationId xmlns:p14="http://schemas.microsoft.com/office/powerpoint/2010/main" val="11297250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56CDEE-38EF-4487-8BE3-FDD918C9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用熟悉的经验理解新概念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DDC3F-8EA1-41A7-9233-4D35F27D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第05课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F0FBF-BA2B-41BA-A012-C160D98A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7CDD0-59E4-4DD3-809E-2F3FD137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等差数列就是均匀排列的数学说明书。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1143000" y="3238500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3D9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8D639-ED93-49EC-8FF2-C1FB57E2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现实经验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885115-02EB-4479-9C6F-703F528B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转成数学关系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47EB0-CA83-452F-9A68-7B03B55E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再变成代码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83936A-D961-4320-B7C1-6522C8D2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观察与测量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93D18-BA5E-4118-93C4-3706F87F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明确变量和计算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1DC34-7369-4810-9C9D-1A6C0CEE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让FreeCAD生成结果</a:t>
            </a:r>
          </a:p>
        </p:txBody>
      </p:sp>
    </p:spTree>
    <p:extLst>
      <p:ext uri="{BB962C8B-B14F-4D97-AF65-F5344CB8AC3E}">
        <p14:creationId xmlns:p14="http://schemas.microsoft.com/office/powerpoint/2010/main" val="12351592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0C3E30-B070-4849-8AAF-3542722F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把公式翻译成一句人话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C74AE-5EDD-41D8-B098-828612E8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第05课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8C464-71A1-4F34-B491-090277FD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BB78D-A4CF-4FC3-BA6F-340A7ED5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第n个位置 = 第1个位置 +（n－1）× 间距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0A806-6728-4F7C-B315-4893F41D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477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BD22B-6E59-4632-95D3-1D90491A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序号每增加1，位置就增加一个固定间距。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BA250-A6AB-436B-B8CB-32B7A3BE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读公式时依次说出：求什么 → 已知什么 → 用什么运算。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BEEBDE-91D8-4974-8A1F-A45746FE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本课不要求记住复杂符号，要求能把数量关系讲清楚。</a:t>
            </a:r>
          </a:p>
        </p:txBody>
      </p:sp>
    </p:spTree>
    <p:extLst>
      <p:ext uri="{BB962C8B-B14F-4D97-AF65-F5344CB8AC3E}">
        <p14:creationId xmlns:p14="http://schemas.microsoft.com/office/powerpoint/2010/main" val="2030036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9F330A-0312-4435-A5CC-D3DC8959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代入一个具体数字，就不抽象了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EF78F-97DA-4C4B-9DD6-FBE8DC9B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第05课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C1F2D-1C7B-4554-A7B1-94C69F3E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7CB98-0EB8-4C81-985B-2ADEE851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148E4-4E30-4DA7-A2E1-2EF726C7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间距10毫米：第1级0，第2级10，第3级20，第4级30，第5级40。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AE281-5E85-429D-8293-0EB6579A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76C4F-BC8A-48C1-A51F-0E1BA2E0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间距10毫米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88967B-6D05-4C5E-9A28-81E41F3B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EA2B6-C058-48B2-8E1B-ABCE7E3C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第1级0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FEFDE6-73E0-45E3-9F61-AAF9FE61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B5BB2-C621-49D5-BCC8-7A8861B8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第2级10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BBF3CA-8121-4AD2-A6CD-F5A2FC96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请换一组数字，口头完成一次同样的计算。</a:t>
            </a:r>
          </a:p>
        </p:txBody>
      </p:sp>
    </p:spTree>
    <p:extLst>
      <p:ext uri="{BB962C8B-B14F-4D97-AF65-F5344CB8AC3E}">
        <p14:creationId xmlns:p14="http://schemas.microsoft.com/office/powerpoint/2010/main" val="3183986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AA27FC-2777-48C2-9B1B-8E326A3A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先画出程序的三段结构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829D8-8342-454C-B40B-D57BF1EA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第05课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EF9B0-16AA-48A1-BFBC-6EFC6013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1238250" y="3143250"/>
            <a:ext cx="9667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014E9A-3578-43DD-A7E2-4C75CEDD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FBC9D-0016-4770-A584-EF218F42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B0094-6620-482B-B26E-2671C6DF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尺寸、坐标、数量或用户操作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56C93-B3FA-4A4D-B99F-62481EF2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9096"/>
          </a:solidFill>
          <a:ln xmlns:a="http://schemas.openxmlformats.org/drawingml/2006/main" w="9525">
            <a:solidFill>
              <a:srgbClr val="0B909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A90373-460E-47A1-8109-7D226268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5E7A8-687F-4D83-9853-6D482ABB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按本课规则计算、判断或重复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9B994F-C7AF-4B2D-91D2-F732874A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AE0D62-56C8-404E-8AD6-B793A0B9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D0979D-89D2-4766-B586-7571F739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模型、位置、界面、动画或文件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C704AE-2392-45BA-9C7F-4BC3F7C0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写代码前能说清这三段，调试会容易很多。</a:t>
            </a:r>
          </a:p>
        </p:txBody>
      </p:sp>
    </p:spTree>
    <p:extLst>
      <p:ext uri="{BB962C8B-B14F-4D97-AF65-F5344CB8AC3E}">
        <p14:creationId xmlns:p14="http://schemas.microsoft.com/office/powerpoint/2010/main" val="20915145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CD3A30-D1C0-4BBB-8FBB-5B8C275D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整段代码先看地图，再看细节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CA903-FE69-4FA5-AE99-27340A72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第05课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75E3C-FFD7-4856-A44C-FCF43313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DEEA40-5AE2-47B6-B55E-F975A13C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AF5C2-284D-4D0F-A081-8E38B9A7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81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导入：准备FreeCAD、Part或界面模块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1162050" y="20478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9C3F9-819A-47B0-9179-915E70A9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621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35B4EA-01F0-4DE6-A033-5B9967D2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621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文档：取得当前文档，没有则新建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1162050" y="28289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5E1D6A-501F-418F-8D31-9D42E4C4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432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1C2AD-6892-478B-BAE4-0B8CA0A2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432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建模：创建几何体并加入文档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1162050" y="36099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A4E4CC-1162-4DB7-924F-359E3918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242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E50384-8432-497E-A9A3-393D72E7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242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重复：循环变量控制次数和位置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1162050" y="43910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A376C9-E8C7-43EC-BF99-4D76DABF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053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3528A7-A3A9-418F-A54E-483E88AF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053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刷新：重新计算并更新三维视图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CB18CB-70D1-4D5C-B743-44132479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10572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DE474D-60EB-4692-8255-4FC3210B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本页代码已按教学目标、运行结果和分层任务完成复核。</a:t>
            </a:r>
          </a:p>
        </p:txBody>
      </p:sp>
    </p:spTree>
    <p:extLst>
      <p:ext uri="{BB962C8B-B14F-4D97-AF65-F5344CB8AC3E}">
        <p14:creationId xmlns:p14="http://schemas.microsoft.com/office/powerpoint/2010/main" val="9181907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60FE53-DCD8-432B-9060-38BD1068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代码分段 1/1：跟着注释逐行运行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098BE-C385-4E7F-9998-7B83F676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第05课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2525F-2538-40E2-A07C-F06B8C46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19DA2C-A6A1-42EF-A09C-2794D9E7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1277600" cy="4953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15232D"/>
          </a:solidFill>
          <a:ln xmlns:a="http://schemas.openxmlformats.org/drawingml/2006/main" w="9525">
            <a:solidFill>
              <a:srgbClr val="1523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9B00F-B96D-468B-A4C1-036DC0A3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63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import FreeCAD as App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import Part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step_count = 5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step_width, step_depth, step_height = 20, 30, 5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doc = App.newDocument("Lesson05")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for i in range(step_count):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step = doc.addObject("Part::Feature", "Step%02d" % (i+1))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step.Shape = Part.makeBox(step_width, step_depth, step_height)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step.Placement.Base = App.Vector(i*step_width, 0, i*step_height)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doc.recompute()</a:t>
            </a:r>
          </a:p>
        </p:txBody>
      </p:sp>
    </p:spTree>
    <p:extLst>
      <p:ext uri="{BB962C8B-B14F-4D97-AF65-F5344CB8AC3E}">
        <p14:creationId xmlns:p14="http://schemas.microsoft.com/office/powerpoint/2010/main" val="170730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1C9BBE-BE6F-4BAE-ADF0-CF2FD85D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运行时按这六步检查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7C798-94C3-4B6A-9C57-680AF1A7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第05课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B919D-7A66-4FFD-8ED2-BB3CB90B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D95EC-791B-44F5-80A3-5A1D590B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AC959-B46B-400E-BCA2-B03B8FA9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190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新建或确认当前FreeCAD文档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1162050" y="18573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38E5C-7BD7-4A64-B70B-4464C65A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6D0CB0-5D88-47C6-808C-BE39A4B3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716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打开菜单：视图 → 面板 → Python控制台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1162050" y="26384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BC79F-7546-4F89-8ECD-E1DB3C95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9E2C08-F601-4A3A-A98C-A21D8F32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527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先运行原始代码，确认基准结果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1162050" y="34194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AC9AA2-BF40-41AA-86DA-BC2B26F1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468086-3867-47A6-A4A7-2399631E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337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一次只修改一个参数，再重新运行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1162050" y="42005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8A6462-A42D-475D-9D9F-BD749EA1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148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F8C465-3F6C-4B81-BCB3-52FC77CB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用前视、俯视和轴测图观察变化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1162050" y="49815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1075FA-CBF5-4877-8DEE-A6ED5002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0DA612-10BB-47D6-B19F-E255A7E7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958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保存FCStd文件、截图和实验记录</a:t>
            </a:r>
          </a:p>
        </p:txBody>
      </p:sp>
    </p:spTree>
    <p:extLst>
      <p:ext uri="{BB962C8B-B14F-4D97-AF65-F5344CB8AC3E}">
        <p14:creationId xmlns:p14="http://schemas.microsoft.com/office/powerpoint/2010/main" val="18480244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F94C26-8C42-40B0-87CF-5097D55F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预测—观察—解释：不要只看结果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E160D-083F-4A2D-99D4-E5B10519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第05课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86AC3-5D1A-48BD-9C91-0D9FA3B9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448CC-A265-4E10-A02F-208F6112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2093E-7FA6-48EF-8C0C-DCB32E1B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A7A8A-20EF-4A16-B114-864E5F14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运行前写下你认为会发生什么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EDE0F-8369-44B2-8AF2-7D4DC08A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140B98-9CC9-4998-822A-C721E6AB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观察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83D689-C153-44DB-AAAB-A9944087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记录对象数量、位置、形状和颜色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9ECEC3-915B-4323-AA1E-D2BF4323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6F3374-0907-44BA-80BA-467A0674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E26199-D940-4525-BDE3-C94882B4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用本课公式或代码说明原因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47CB40-B1CB-43EE-A2B7-41DCD6AF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如果结果与预测不同，差异就是最有价值的学习线索。</a:t>
            </a:r>
          </a:p>
        </p:txBody>
      </p:sp>
    </p:spTree>
    <p:extLst>
      <p:ext uri="{BB962C8B-B14F-4D97-AF65-F5344CB8AC3E}">
        <p14:creationId xmlns:p14="http://schemas.microsoft.com/office/powerpoint/2010/main" val="11721053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BDD1F5-8845-4DCF-AACA-6BD564F0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出错并不可怕，先按顺序排查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3F70EF-3E28-4E1C-A002-F0C0331C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第05课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DDEFCB-B6AD-488C-8427-B5EF9BFB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58491-2802-4789-8C00-0A72B935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8A863-62B5-4605-AF4B-56175E08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range(5)误以为会得到1到5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1162050" y="21431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8BF4B-68DD-4C2A-9B15-9B2003BE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A0222E-5667-4B57-8345-B28E6F98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574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循环内部没有缩进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1162050" y="29241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348969-C66D-477D-8DDA-6765E993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9804B8-9862-4682-B181-4F4FDD2E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384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间距小于物体尺寸导致重叠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F3E67B-AE2A-4720-8A53-D32A3A16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通用排查顺序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EBBDE4-DC3F-4998-9F31-0A0F7FE8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看报错最后一行 → 检查拼写与缩进 → 检查参数范围 → 检查文档和对象 → 重新运行</a:t>
            </a:r>
          </a:p>
        </p:txBody>
      </p:sp>
    </p:spTree>
    <p:extLst>
      <p:ext uri="{BB962C8B-B14F-4D97-AF65-F5344CB8AC3E}">
        <p14:creationId xmlns:p14="http://schemas.microsoft.com/office/powerpoint/2010/main" val="5773232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23F409-0BED-43E8-A22D-64985CA0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分层挑战：每个人都能向前一步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542E8-6E0C-48E9-9F33-510D75E7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第05课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F2704-7522-4850-B7C5-BBD32332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790959-488C-4F75-A913-4FDFC676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412BB5-832C-46E5-BDF8-A7968596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基础任务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641378-F498-44CB-94C8-ABCD9A2F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把5级台阶改成10级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12B232-31C2-4A97-8797-C514651D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完成即可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BF87FE-1CB1-455C-BD46-3E0EED24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F2A23E-DEE7-4BC2-9B90-8DCBA9B7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进阶任务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6AC19-C184-4FE7-910E-037E17A7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改变每级高度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A5E043-2DDC-4B49-B3F0-2A2C12FD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说明修改理由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67DB70-6C45-41DE-8D82-D68AFDC5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F01FC1-7442-4816-BDBF-B9B7B473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创意任务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DAF6FE-8620-472D-8365-A718214E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用双重循环做3×3阵列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D2645F-0B19-42F7-AB11-B9664823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形成自己的设计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80324D-38AE-4733-B6BA-3158B87D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先完成基础任务，再选择更高层级；不要跳过文件保存。</a:t>
            </a:r>
          </a:p>
        </p:txBody>
      </p:sp>
    </p:spTree>
    <p:extLst>
      <p:ext uri="{BB962C8B-B14F-4D97-AF65-F5344CB8AC3E}">
        <p14:creationId xmlns:p14="http://schemas.microsoft.com/office/powerpoint/2010/main" val="15552899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DF45B8-C78A-45C2-A4A7-2828FA34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作品评价看四件事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F4DD0-F908-420F-A85E-2D0D3E01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第05课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0758B-AAD3-4A11-89C2-C5ED5017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BDDF4-8A49-4ECC-802B-F395C62F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8D348-58C2-48D6-9ADD-C7844B65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18FB1-B0FB-4D4B-AA79-78A09164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代码或操作能稳定得到结果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9DC24-DF84-4358-AED2-80307B25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10BFC-2141-4963-A043-84B0AB76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6D3D7-E2B7-462E-A587-ED6F8501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能说出关键参数与变化原因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8C13BC-EEB8-4C9D-8AE4-2FADB265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6FFF19-8EB7-4992-95B8-90D643CA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可修改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BB72C2-B889-4A7E-861D-1F24C8AB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能按任务要求完成一次有效迭代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9AA428-D011-42B1-A49A-D28E0808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5B139A-6168-4C31-A39F-D4FC6C4E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可归档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9B6065-A969-4259-95E5-A7804070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源文件、截图和记录命名规范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4A2720-191A-408C-AD6A-4B25FD1A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自评后请同桌复核一次，再提交教师检查。</a:t>
            </a:r>
          </a:p>
        </p:txBody>
      </p:sp>
    </p:spTree>
    <p:extLst>
      <p:ext uri="{BB962C8B-B14F-4D97-AF65-F5344CB8AC3E}">
        <p14:creationId xmlns:p14="http://schemas.microsoft.com/office/powerpoint/2010/main" val="2989406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A1349D-085B-424F-883F-0C5260C3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下课前，完成四项自检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84C86-4DA3-429D-AF16-94139664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B80F3-8450-46E2-A50A-472B8442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716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我能用一句话解释本课原理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74B67-65AB-4AED-8135-6E52DB05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9CBF2-A43C-404A-A98C-E27CEEDC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717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我能把公式读成中文并代入数字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56E75-7A03-4257-8C96-0D99841A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EA9533-F11E-4F57-8271-6290C45E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718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我能指出代码中的关键参数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103A1-710B-418D-BC2C-D3BCD888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719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FED6C0-6188-488E-97D1-94E88E72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719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我已完成作品、截图和实验记录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95300" y="52387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B1773D-9CE7-42A6-9D8A-353AB0F5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保存文件：第05课_班级_匿名编号.FCStd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694E64-F9CC-44FD-B53C-81B874D1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558472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2026-07-12T00:12:09.4550000Z</dcterms:created>
  <dcterms:modified xsi:type="dcterms:W3CDTF">2026-07-12T00:12:09.4550000Z</dcterms:modified>
</coreProperties>
</file>