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80719ae63044ab" /><Relationship Type="http://schemas.openxmlformats.org/officeDocument/2006/relationships/extended-properties" Target="/docProps/app.xml" Id="R8e8ad0400494479b" /><Relationship Type="http://schemas.openxmlformats.org/officeDocument/2006/relationships/officeDocument" Target="/ppt/presentation.xml" Id="Rf162c320bbcb4b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115d8071994280"/>
  </p:sldMasterIdLst>
  <p:notesMasterIdLst>
    <p:notesMasterId xmlns:r="http://schemas.openxmlformats.org/officeDocument/2006/relationships" r:id="Rd8c3eeec2892408c"/>
  </p:notesMasterIdLst>
  <p:sldIdLst>
    <p:sldId xmlns:r="http://schemas.openxmlformats.org/officeDocument/2006/relationships" id="256" r:id="R78daaf1d964c4065"/>
    <p:sldId xmlns:r="http://schemas.openxmlformats.org/officeDocument/2006/relationships" id="257" r:id="R40906d7e73584118"/>
    <p:sldId xmlns:r="http://schemas.openxmlformats.org/officeDocument/2006/relationships" id="258" r:id="R6fafab85786d44a4"/>
    <p:sldId xmlns:r="http://schemas.openxmlformats.org/officeDocument/2006/relationships" id="259" r:id="R53aec0f804ae431b"/>
    <p:sldId xmlns:r="http://schemas.openxmlformats.org/officeDocument/2006/relationships" id="260" r:id="Ra5d5bbf168334b35"/>
    <p:sldId xmlns:r="http://schemas.openxmlformats.org/officeDocument/2006/relationships" id="261" r:id="R48d46acbc2c94484"/>
    <p:sldId xmlns:r="http://schemas.openxmlformats.org/officeDocument/2006/relationships" id="262" r:id="Ra272a26fdcb74991"/>
    <p:sldId xmlns:r="http://schemas.openxmlformats.org/officeDocument/2006/relationships" id="263" r:id="R1996689aea644209"/>
    <p:sldId xmlns:r="http://schemas.openxmlformats.org/officeDocument/2006/relationships" id="264" r:id="Rc4fe90db30a742fa"/>
    <p:sldId xmlns:r="http://schemas.openxmlformats.org/officeDocument/2006/relationships" id="265" r:id="R406ad3f2bb214cd2"/>
    <p:sldId xmlns:r="http://schemas.openxmlformats.org/officeDocument/2006/relationships" id="266" r:id="R621accc410804be4"/>
    <p:sldId xmlns:r="http://schemas.openxmlformats.org/officeDocument/2006/relationships" id="267" r:id="R551296352c6d44f5"/>
    <p:sldId xmlns:r="http://schemas.openxmlformats.org/officeDocument/2006/relationships" id="268" r:id="Red1b04d901cb43e2"/>
    <p:sldId xmlns:r="http://schemas.openxmlformats.org/officeDocument/2006/relationships" id="269" r:id="R4e496c83eed241d8"/>
    <p:sldId xmlns:r="http://schemas.openxmlformats.org/officeDocument/2006/relationships" id="270" r:id="R483bf3e359cc463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d61448d44e4da2" /><Relationship Type="http://schemas.openxmlformats.org/officeDocument/2006/relationships/slideMaster" Target="/ppt/slideMasters/slideMaster1.xml" Id="Rc8115d8071994280" /><Relationship Type="http://schemas.openxmlformats.org/officeDocument/2006/relationships/notesMaster" Target="/ppt/notesMasters/notesMaster1.xml" Id="Rd8c3eeec2892408c" /><Relationship Type="http://schemas.openxmlformats.org/officeDocument/2006/relationships/presProps" Target="/ppt/presProps.xml" Id="Rfffed12fbd0f4dfa" /><Relationship Type="http://schemas.openxmlformats.org/officeDocument/2006/relationships/tableStyles" Target="/ppt/tableStyles.xml" Id="Ra364cfe5cd814bef" /><Relationship Type="http://schemas.openxmlformats.org/officeDocument/2006/relationships/slide" Target="/ppt/slides/slide1.xml" Id="R78daaf1d964c4065" /><Relationship Type="http://schemas.openxmlformats.org/officeDocument/2006/relationships/slide" Target="/ppt/slides/slide2.xml" Id="R40906d7e73584118" /><Relationship Type="http://schemas.openxmlformats.org/officeDocument/2006/relationships/slide" Target="/ppt/slides/slide3.xml" Id="R6fafab85786d44a4" /><Relationship Type="http://schemas.openxmlformats.org/officeDocument/2006/relationships/slide" Target="/ppt/slides/slide4.xml" Id="R53aec0f804ae431b" /><Relationship Type="http://schemas.openxmlformats.org/officeDocument/2006/relationships/slide" Target="/ppt/slides/slide5.xml" Id="Ra5d5bbf168334b35" /><Relationship Type="http://schemas.openxmlformats.org/officeDocument/2006/relationships/slide" Target="/ppt/slides/slide6.xml" Id="R48d46acbc2c94484" /><Relationship Type="http://schemas.openxmlformats.org/officeDocument/2006/relationships/slide" Target="/ppt/slides/slide7.xml" Id="Ra272a26fdcb74991" /><Relationship Type="http://schemas.openxmlformats.org/officeDocument/2006/relationships/slide" Target="/ppt/slides/slide8.xml" Id="R1996689aea644209" /><Relationship Type="http://schemas.openxmlformats.org/officeDocument/2006/relationships/slide" Target="/ppt/slides/slide9.xml" Id="Rc4fe90db30a742fa" /><Relationship Type="http://schemas.openxmlformats.org/officeDocument/2006/relationships/slide" Target="/ppt/slides/slide10.xml" Id="R406ad3f2bb214cd2" /><Relationship Type="http://schemas.openxmlformats.org/officeDocument/2006/relationships/slide" Target="/ppt/slides/slide11.xml" Id="R621accc410804be4" /><Relationship Type="http://schemas.openxmlformats.org/officeDocument/2006/relationships/slide" Target="/ppt/slides/slide12.xml" Id="R551296352c6d44f5" /><Relationship Type="http://schemas.openxmlformats.org/officeDocument/2006/relationships/slide" Target="/ppt/slides/slide13.xml" Id="Red1b04d901cb43e2" /><Relationship Type="http://schemas.openxmlformats.org/officeDocument/2006/relationships/slide" Target="/ppt/slides/slide14.xml" Id="R4e496c83eed241d8" /><Relationship Type="http://schemas.openxmlformats.org/officeDocument/2006/relationships/slide" Target="/ppt/slides/slide15.xml" Id="R483bf3e359cc46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b9213768fe44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c42151fe614a05" /><Relationship Type="http://schemas.openxmlformats.org/officeDocument/2006/relationships/notesMaster" Target="/ppt/notesMasters/notesMaster1.xml" Id="R9e39b1449c1a4e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e3ad4052c04469" /><Relationship Type="http://schemas.openxmlformats.org/officeDocument/2006/relationships/notesMaster" Target="/ppt/notesMasters/notesMaster1.xml" Id="Rf50cedaf9a804c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c78abdfc8d47b2" /><Relationship Type="http://schemas.openxmlformats.org/officeDocument/2006/relationships/notesMaster" Target="/ppt/notesMasters/notesMaster1.xml" Id="Ra9e6144ee94442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569d9929964da2" /><Relationship Type="http://schemas.openxmlformats.org/officeDocument/2006/relationships/notesMaster" Target="/ppt/notesMasters/notesMaster1.xml" Id="R1ce3a5fad47e40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2c39efcd004ca6" /><Relationship Type="http://schemas.openxmlformats.org/officeDocument/2006/relationships/notesMaster" Target="/ppt/notesMasters/notesMaster1.xml" Id="Rcd92e488f0454d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dc2d4f85b64cec" /><Relationship Type="http://schemas.openxmlformats.org/officeDocument/2006/relationships/notesMaster" Target="/ppt/notesMasters/notesMaster1.xml" Id="R994f9ad4c3b448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e16253eebf4bd0" /><Relationship Type="http://schemas.openxmlformats.org/officeDocument/2006/relationships/notesMaster" Target="/ppt/notesMasters/notesMaster1.xml" Id="Red09904aa8bd45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fb35cc185e4d71" /><Relationship Type="http://schemas.openxmlformats.org/officeDocument/2006/relationships/notesMaster" Target="/ppt/notesMasters/notesMaster1.xml" Id="Rf7af8e487cf840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d1f2403406a4ade" /><Relationship Type="http://schemas.openxmlformats.org/officeDocument/2006/relationships/notesMaster" Target="/ppt/notesMasters/notesMaster1.xml" Id="Rac95e46ade3544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df4957dda34969" /><Relationship Type="http://schemas.openxmlformats.org/officeDocument/2006/relationships/notesMaster" Target="/ppt/notesMasters/notesMaster1.xml" Id="R01ceab7346854d6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7c27228bf504338" /><Relationship Type="http://schemas.openxmlformats.org/officeDocument/2006/relationships/notesMaster" Target="/ppt/notesMasters/notesMaster1.xml" Id="R944557d920c7442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05ab6930ee14ce0" /><Relationship Type="http://schemas.openxmlformats.org/officeDocument/2006/relationships/notesMaster" Target="/ppt/notesMasters/notesMaster1.xml" Id="R1a794c029360464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5583100972f43ba" /><Relationship Type="http://schemas.openxmlformats.org/officeDocument/2006/relationships/notesMaster" Target="/ppt/notesMasters/notesMaster1.xml" Id="R771aaf4362d042e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f94733f88fc4e83" /><Relationship Type="http://schemas.openxmlformats.org/officeDocument/2006/relationships/notesMaster" Target="/ppt/notesMasters/notesMaster1.xml" Id="Rd8ed17f5315943f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0784d5c2c12473a" /><Relationship Type="http://schemas.openxmlformats.org/officeDocument/2006/relationships/notesMaster" Target="/ppt/notesMasters/notesMaster1.xml" Id="Rc60159d5bd0448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23c09f961d4d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9a69da66574692" /><Relationship Type="http://schemas.openxmlformats.org/officeDocument/2006/relationships/slideLayout" Target="/ppt/slideLayouts/slideLayout1.xml" Id="Rd58e81a253cf4a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8e81a253cf4a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a964499edd43e4" /><Relationship Type="http://schemas.openxmlformats.org/officeDocument/2006/relationships/notesSlide" Target="/ppt/notesSlides/notesSlide1.xml" Id="Rd8cd057e048746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22dc0df93949cb" /><Relationship Type="http://schemas.openxmlformats.org/officeDocument/2006/relationships/notesSlide" Target="/ppt/notesSlides/notesSlide2.xml" Id="R507e65065a8a4f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e14af2dfd0441b" /><Relationship Type="http://schemas.openxmlformats.org/officeDocument/2006/relationships/notesSlide" Target="/ppt/notesSlides/notesSlide3.xml" Id="R313af91c627847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7f83dfb7d64166" /><Relationship Type="http://schemas.openxmlformats.org/officeDocument/2006/relationships/notesSlide" Target="/ppt/notesSlides/notesSlide4.xml" Id="R4da4daca755a4a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6c0af5e04418e" /><Relationship Type="http://schemas.openxmlformats.org/officeDocument/2006/relationships/notesSlide" Target="/ppt/notesSlides/notesSlide5.xml" Id="Ra4b19a8cf82147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b7a56bcf04432" /><Relationship Type="http://schemas.openxmlformats.org/officeDocument/2006/relationships/notesSlide" Target="/ppt/notesSlides/notesSlide6.xml" Id="Rd4219dd783944a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5de239befa4e96" /><Relationship Type="http://schemas.openxmlformats.org/officeDocument/2006/relationships/notesSlide" Target="/ppt/notesSlides/notesSlide7.xml" Id="Re0d1dac5cddc42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caf731ebb4740" /><Relationship Type="http://schemas.openxmlformats.org/officeDocument/2006/relationships/notesSlide" Target="/ppt/notesSlides/notesSlide8.xml" Id="R61294c89245044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5546d68255453a" /><Relationship Type="http://schemas.openxmlformats.org/officeDocument/2006/relationships/notesSlide" Target="/ppt/notesSlides/notesSlide9.xml" Id="Rb861ff1cfd454d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2099fed794043" /><Relationship Type="http://schemas.openxmlformats.org/officeDocument/2006/relationships/notesSlide" Target="/ppt/notesSlides/notesSlide10.xml" Id="R004cb4b4bc3a4cf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235e17dd7417f" /><Relationship Type="http://schemas.openxmlformats.org/officeDocument/2006/relationships/notesSlide" Target="/ppt/notesSlides/notesSlide11.xml" Id="R80c643f39a1e4e9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08df3931cd45cb" /><Relationship Type="http://schemas.openxmlformats.org/officeDocument/2006/relationships/notesSlide" Target="/ppt/notesSlides/notesSlide12.xml" Id="R9d29f3bf76db457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463d6d0bcf4761" /><Relationship Type="http://schemas.openxmlformats.org/officeDocument/2006/relationships/notesSlide" Target="/ppt/notesSlides/notesSlide13.xml" Id="R24d2b828767849f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c40d039cf4d26" /><Relationship Type="http://schemas.openxmlformats.org/officeDocument/2006/relationships/notesSlide" Target="/ppt/notesSlides/notesSlide14.xml" Id="R755b1361fdce4fe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da8c8476f41d1" /><Relationship Type="http://schemas.openxmlformats.org/officeDocument/2006/relationships/notesSlide" Target="/ppt/notesSlides/notesSlide15.xml" Id="R80a27425ef1745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1B35A0-AFDA-4818-B9E2-348E081E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模块5  动力与模拟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870F8D-412D-4E66-872C-6A97361A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1076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第 16 课：空间碰撞（AABB 边界框干涉检测）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3B53D-F87E-45B3-B8CD-A588C4E8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242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63D1"/>
                </a:solidFill>
                <a:latin typeface="Arial"/>
                <a:ea typeface="Arial"/>
                <a:cs typeface="Arial"/>
              </a:rPr>
              <a:t>"两个刚体不能占据同一个物理空间，使用轴对齐边界框来极速判断物体是否发生碰撞。"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476250" y="4857750"/>
            <a:ext cx="11239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668A21-E2DD-4DE0-85FC-FC02AC44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911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FreeCAD三维设计与3D打印校本课程 · 精讲版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A198F4-56F3-4D96-B9A9-C5A46308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424266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D937C4-4B39-40DA-A0F2-02DCE87D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先观察，再猜一猜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C305E-6A90-4809-AE7D-ECA30D7F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第16课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00ED86-AA25-49E5-A413-DE64E9DA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F97DC5-0B4D-488D-9A2D-B11D0374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C6E2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ED8A88-4A1A-4BBD-871A-67A55C42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107061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AABB用与坐标轴平行的盒子快速判断两个物体是否可能相撞。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E1F05C-0311-4867-92A7-646A8AAF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想一想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A2BC58-7776-4CB1-94A9-104A5C9F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1A905-39B0-47C5-9746-693FEAD5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48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这个现象中，哪些量可以改变？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1162050" y="45370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43D46A-A41A-437E-8A02-290D9BB1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513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DC015D-9ED3-498B-A1EF-05B3BFF5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51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如果把关键参数扩大一倍，结果会怎样？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1162050" y="51403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0D25E2-EC32-4855-A1FC-028EFB61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546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0D32B7-D8CD-45C2-8428-0077D2C7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546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我们能否把规律写成一条清晰的计算规则？</a:t>
            </a:r>
          </a:p>
        </p:txBody>
      </p:sp>
    </p:spTree>
    <p:extLst>
      <p:ext uri="{BB962C8B-B14F-4D97-AF65-F5344CB8AC3E}">
        <p14:creationId xmlns:p14="http://schemas.microsoft.com/office/powerpoint/2010/main" val="584988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82DA11-1B19-4CC8-8B80-BC292B41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完成本课后，你应该能做到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5EDDD2-CF0F-402D-99DD-3C1337CA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第16课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6A8CB-156B-45C3-9B19-9470746B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FB293A-3778-4EFE-ACA4-0BA30583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76961-71B9-490A-B253-1F61D06E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BF2C60-B7AD-414E-B940-99496FB2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说清楚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3B19C2-602A-4460-A117-1FC61EDC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AABB用与坐标轴平行的盒子快速判断两个物体是否可能相撞。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78DC97-2B10-4071-95BA-289B8CAE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1FE5A7-21B8-4E89-8A14-5B6E2806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6833EB-939E-495E-BD5A-01D1C45F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算明白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107417-E890-4B56-9E45-BE3877D8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三个方向都发生重叠，才判定为碰撞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F1C632-B179-461B-A556-40B11BAC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95C223-A4BD-40C6-953B-268FD78C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2A52DF-87DB-4E7C-90F9-9F975271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做出来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371F74-CD39-432E-BD4F-705D0F5E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移动方块触发碰撞提示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34D078-3E2B-4833-89E2-FCC42689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8637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目标不是“看懂”，而是能够解释、修改、验证。</a:t>
            </a:r>
          </a:p>
        </p:txBody>
      </p:sp>
    </p:spTree>
    <p:extLst>
      <p:ext uri="{BB962C8B-B14F-4D97-AF65-F5344CB8AC3E}">
        <p14:creationId xmlns:p14="http://schemas.microsoft.com/office/powerpoint/2010/main" val="20022063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331F9C-C45B-4BE6-A963-71A56F4F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用熟悉的经验理解新概念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71D466-9C1B-49A3-830D-E3796DF1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第16课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13FEB-C129-468C-AEB7-4351655A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D363CF-4210-425D-BF5C-3D64A321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先看两个快递盒的外包装是否相交，再决定是否精确检查。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1143000" y="3238500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3D9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228387-69B8-454D-B51C-4E592024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现实经验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EEBFC2-682B-4477-AF3E-C68D7225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转成数学关系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07E8B6-4EE0-4DAB-9998-FB02ECA6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再变成代码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41DABD-16FF-4CC7-A114-B0EAE72D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观察与测量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70811F-6D36-4F78-BB41-E7928DF8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明确变量和计算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082EBE-9B24-4881-AB82-D928E302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让FreeCAD生成结果</a:t>
            </a:r>
          </a:p>
        </p:txBody>
      </p:sp>
    </p:spTree>
    <p:extLst>
      <p:ext uri="{BB962C8B-B14F-4D97-AF65-F5344CB8AC3E}">
        <p14:creationId xmlns:p14="http://schemas.microsoft.com/office/powerpoint/2010/main" val="20054425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E5E7DB-67E1-4F0A-A533-295D609E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把公式翻译成一句人话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70B45-11AF-47BE-AB61-6CCCE38D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第16课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0DA179-CA00-4BF0-8D7F-F44D64DA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86DF2E-6B57-411A-9E28-3F814CB8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三个方向都发生重叠，才判定为碰撞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5D1C00-D774-4664-9BEA-C5BFAA5A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0477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C6E2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292B1F-88A4-44E6-B66C-A9B4C592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43250"/>
            <a:ext cx="981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分别检查X、Y、Z范围；任何一个方向分开，都没有碰撞。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4900DA-8BAD-4630-9C90-62DCE61D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读公式时依次说出：求什么 → 已知什么 → 用什么运算。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E72E72-83E6-4CF3-B5A0-CE29BC3C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8162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本课不要求记住复杂符号，要求能把数量关系讲清楚。</a:t>
            </a:r>
          </a:p>
        </p:txBody>
      </p:sp>
    </p:spTree>
    <p:extLst>
      <p:ext uri="{BB962C8B-B14F-4D97-AF65-F5344CB8AC3E}">
        <p14:creationId xmlns:p14="http://schemas.microsoft.com/office/powerpoint/2010/main" val="18400020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B3586D-4CB3-4C03-ADDE-EE1F39CD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代入一个具体数字，就不抽象了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315F34-8C77-4D38-83DC-E9EC45FA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第16课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996839-E26A-4BFF-9DA8-E634F6B8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260880-44C9-4CD4-BFD4-6B96FDCA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6C89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087B6-8176-4803-8C9C-618844C4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物体A的X范围0到20，B的X范围15到35：X方向重叠5毫米。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8D632-AF41-415F-88AD-7A6B104C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B47C0E-B328-439B-B972-2D421AC2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6195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物体A的X范围0到20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9CEB9E-323C-4382-80EA-8B168442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714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C842AD-14CA-47F7-AD13-1746DA41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195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B的X范围15到35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674689-1D77-4EDD-92C2-14B2445B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14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AE155A-B68E-43FF-A275-799180F2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6195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X方向重叠5毫米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D0E7FA-7EF6-4486-8C8F-4B264912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请换一组数字，口头完成一次同样的计算。</a:t>
            </a:r>
          </a:p>
        </p:txBody>
      </p:sp>
    </p:spTree>
    <p:extLst>
      <p:ext uri="{BB962C8B-B14F-4D97-AF65-F5344CB8AC3E}">
        <p14:creationId xmlns:p14="http://schemas.microsoft.com/office/powerpoint/2010/main" val="3107212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D51DA7-E55B-433C-B4A4-38990A7F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先画出程序的三段结构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F89250-1B0F-4E28-AF47-E37F4480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第16课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193FFC-CA24-4677-8EAB-0A58FDE4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1238250" y="3143250"/>
            <a:ext cx="9667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D3D9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C4978E-0538-422E-AF91-778075C3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363D1"/>
          </a:solidFill>
          <a:ln xmlns:a="http://schemas.openxmlformats.org/drawingml/2006/main" w="9525">
            <a:solidFill>
              <a:srgbClr val="2363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50D18-EBD5-4CF5-805A-8A74ECEA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A3E271-97F6-448D-BDEA-B419FCB0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尺寸、坐标、数量或用户操作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F68704-AAD0-429F-8830-E9EFBB5C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B9096"/>
          </a:solidFill>
          <a:ln xmlns:a="http://schemas.openxmlformats.org/drawingml/2006/main" w="9525">
            <a:solidFill>
              <a:srgbClr val="0B909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B2AB6A-9870-41FF-AE73-7E7AFB2D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51FAEC-8DFF-45D4-8F79-650FCFD2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按本课规则计算、判断或重复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8220B4-AFAA-4020-9468-266ED832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363D1"/>
          </a:solidFill>
          <a:ln xmlns:a="http://schemas.openxmlformats.org/drawingml/2006/main" w="9525">
            <a:solidFill>
              <a:srgbClr val="2363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D87F4D-8253-435F-A0F3-64D5B299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输出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B2ED7D-0989-4E0D-85B2-E2A1EB81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模型、位置、界面、动画或文件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318FFC-1E17-41C5-9BA5-2401F469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写代码前能说清这三段，调试会容易很多。</a:t>
            </a:r>
          </a:p>
        </p:txBody>
      </p:sp>
    </p:spTree>
    <p:extLst>
      <p:ext uri="{BB962C8B-B14F-4D97-AF65-F5344CB8AC3E}">
        <p14:creationId xmlns:p14="http://schemas.microsoft.com/office/powerpoint/2010/main" val="19035868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8FB89D-6F9E-4D20-BA00-889A8577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整段代码先看地图，再看细节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057BE4-E60B-4FDB-96CD-3A4A6EE7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第16课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67DCCB-EB0A-46D0-9D85-8144EDBE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90327D-9853-409C-9736-D43C4A80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63F5B-8142-4B87-80BE-5F4C5A8C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81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导入：准备FreeCAD、Part或界面模块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1162050" y="20478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C86FCE-AAEB-4F54-9FF7-A3795926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621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B60AC1-E001-4222-A7DD-3994FBB5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621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建模：创建几何体并加入文档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E5A23-7561-4646-A8FC-13EC9204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10572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6C89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5E137F-6970-4054-B2C9-E8591B14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本页代码已按教学目标、运行结果和分层任务完成复核。</a:t>
            </a:r>
          </a:p>
        </p:txBody>
      </p:sp>
    </p:spTree>
    <p:extLst>
      <p:ext uri="{BB962C8B-B14F-4D97-AF65-F5344CB8AC3E}">
        <p14:creationId xmlns:p14="http://schemas.microsoft.com/office/powerpoint/2010/main" val="8892210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73C34F-BDA5-41EA-AC2B-C5EA43BE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代码分段 1/1：跟着注释逐行运行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8D57A2-B406-46D2-AA3A-DF3F67BF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第16课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F10220-2388-4188-B028-16502324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8A55FF-D3AB-4B05-9495-C5FCFBF4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1277600" cy="4953000"/>
          </a:xfrm>
          <a:prstGeom xmlns:a="http://schemas.openxmlformats.org/drawingml/2006/main" prst="roundRect">
            <a:avLst>
              <a:gd name="adj" fmla="val 1154"/>
            </a:avLst>
          </a:prstGeom>
          <a:solidFill xmlns:a="http://schemas.openxmlformats.org/drawingml/2006/main">
            <a:srgbClr val="15232D"/>
          </a:solidFill>
          <a:ln xmlns:a="http://schemas.openxmlformats.org/drawingml/2006/main" w="9525">
            <a:solidFill>
              <a:srgbClr val="1523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6CCD8D-45C9-4A27-8BEE-35B35DB2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632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import FreeCAD as App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import Part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doc = App.newDocument("Lesson16")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a = doc.addObject("Part::Feature", "FixedBox")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b = doc.addObject("Part::Feature", "MovingBox")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a.Shape = Part.makeBox(20, 20, 20)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move_x = 15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b.Shape = Part.makeBox(20, 20, 20, App.Vector(move_x,0,0))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doc.recompute()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hit = a.Shape.BoundBox.intersect(b.Shape.BoundBox)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b.ViewObject.ShapeColor = (1.0,0.2,0.2) if hit else (0.2,0.8,0.2)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print("是否碰撞：", hit)</a:t>
            </a:r>
          </a:p>
        </p:txBody>
      </p:sp>
    </p:spTree>
    <p:extLst>
      <p:ext uri="{BB962C8B-B14F-4D97-AF65-F5344CB8AC3E}">
        <p14:creationId xmlns:p14="http://schemas.microsoft.com/office/powerpoint/2010/main" val="4934445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A92E0D-A7E6-4BF0-9632-995C6D82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运行时按这六步检查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8A96E4-CA13-4952-8C9A-479BCCAE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第16课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3A4D6D-7474-4A6E-9449-60BB0C59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C1D4D9-587A-44F2-A085-833A7518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469355-AAC2-4D95-A42F-2DFBB958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1906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新建或确认当前FreeCAD文档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1162050" y="18573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D19255-BCF3-414D-A362-518AD6F0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D5F328-CAD3-4013-BC96-B407D815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716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打开菜单：视图 → 面板 → Python控制台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1162050" y="26384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A7AB0A-EA34-40F1-9B8C-D5519CD9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F8F914-D986-4EB4-BDBB-58A5566E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527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先运行原始代码，确认基准结果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1162050" y="34194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0FEB8D-4D34-4F6D-9550-564ABDFC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78D2A2-CD41-4644-A90D-D53CCF46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337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一次只修改一个参数，再重新运行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1162050" y="42005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30E665-4988-4D91-A177-D7BF1A01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148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7FD36A-68A7-4FFE-B429-CFADCA89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用前视、俯视和轴测图观察变化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1162050" y="49815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8DD9D8-7212-4C53-8E14-7728F86D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958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0339E3-1BB2-49AC-AF26-EADB6FC7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958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保存FCStd文件、截图和实验记录</a:t>
            </a:r>
          </a:p>
        </p:txBody>
      </p:sp>
    </p:spTree>
    <p:extLst>
      <p:ext uri="{BB962C8B-B14F-4D97-AF65-F5344CB8AC3E}">
        <p14:creationId xmlns:p14="http://schemas.microsoft.com/office/powerpoint/2010/main" val="15953233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128C14-13A0-499C-ABEC-701CA09F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预测—观察—解释：不要只看结果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32E0D4-168D-467D-8AED-27735DB1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第16课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433ED7-1B3A-48E4-8992-D09A16E2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782DC5-4028-4F55-94EB-701A04E0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1EE170-F8F1-4590-90FE-38F339B0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预测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5F7FD3-3DE9-4F51-B9EB-895C29A9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运行前写下你认为会发生什么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EBCF4E-2E80-4AA0-90E0-4B5F4A09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FB1833-4E28-42A0-9F59-AEBD6B75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观察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804FA8-DC04-4E6D-A504-AC4ED972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记录对象数量、位置、形状和颜色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16E7DC-B588-4840-818F-2D5D8DCC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9C66EE-EA70-46AC-BEEF-EBCB48AA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529C39-94ED-45EF-86A1-5DBEA260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用本课公式或代码说明原因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D1E6FD-0BE7-482A-9628-DE7E7D61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如果结果与预测不同，差异就是最有价值的学习线索。</a:t>
            </a:r>
          </a:p>
        </p:txBody>
      </p:sp>
    </p:spTree>
    <p:extLst>
      <p:ext uri="{BB962C8B-B14F-4D97-AF65-F5344CB8AC3E}">
        <p14:creationId xmlns:p14="http://schemas.microsoft.com/office/powerpoint/2010/main" val="5613444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6F2425-0640-4112-824F-74E11BC7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出错并不可怕，先按顺序排查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5E08E2-7818-40B3-8FF0-6AC30437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第16课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D7A0F0-9892-44D9-8EFA-300690C0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3C475C-B019-4E67-A58C-9BD9BD78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3A4809-4969-4717-AB67-8433CD67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76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只检查一个方向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1162050" y="21431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246CA0-E780-4BC1-AF82-66730B1F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574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77C19D-D9EF-41E0-B113-40208248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574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把最小值和最大值写反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1162050" y="29241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88D81D-0B4E-4DFC-9F64-12DA8D96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0479C9-771D-4D98-999F-FBBDB86A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384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移动物体后没有更新边界框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668E42-6DA9-476E-83E7-B9B86D6C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通用排查顺序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BA1DBF-43A9-4DE7-926E-D8C6BCE6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看报错最后一行 → 检查拼写与缩进 → 检查参数范围 → 检查文档和对象 → 重新运行</a:t>
            </a:r>
          </a:p>
        </p:txBody>
      </p:sp>
    </p:spTree>
    <p:extLst>
      <p:ext uri="{BB962C8B-B14F-4D97-AF65-F5344CB8AC3E}">
        <p14:creationId xmlns:p14="http://schemas.microsoft.com/office/powerpoint/2010/main" val="4442602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3F308F-AA39-460E-996D-54A78FCB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分层挑战：每个人都能向前一步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398857-8E10-4E67-A3AB-DAE08958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第16课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A226F7-ED10-4EFE-9497-D66EB2F2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744493-BCF2-4FEC-BB5F-9CB4168F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A5A17-6A73-4C74-8C8F-89BAD61C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基础任务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8912AF-6021-4F00-BC11-36812294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移动方块触发碰撞提示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B78DDE-18FB-494E-94B5-AF80F55B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完成即可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C57379-3D17-4918-BF9D-054A62C6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906E5E-AAB5-4E65-ADB3-8E40E38E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进阶任务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79E30-9B33-46A3-B5F5-60944AED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用颜色表示碰撞状态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B8C689-6C6F-46F1-B75A-3096560E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说明修改理由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F18F44-1E79-44AC-ABF1-17F2EBAF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5573A3-F917-4C64-9279-107B8F54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创意任务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8BBFA7-5306-4315-BD53-3E63A9F7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增加第三个障碍物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230502-B020-4F1F-A8B1-C71AC231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形成自己的设计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58A4EF-15A4-4097-ADBB-20A4FCA7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816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先完成基础任务，再选择更高层级；不要跳过文件保存。</a:t>
            </a:r>
          </a:p>
        </p:txBody>
      </p:sp>
    </p:spTree>
    <p:extLst>
      <p:ext uri="{BB962C8B-B14F-4D97-AF65-F5344CB8AC3E}">
        <p14:creationId xmlns:p14="http://schemas.microsoft.com/office/powerpoint/2010/main" val="14776426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33077F-E323-42B1-8802-4BA54539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作品评价看四件事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B4BA7E-85F7-4876-A8C5-B61C85A7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第16课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9979D3-4066-4227-A25C-B06A53AB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E9B37-4BBF-43FF-A47E-663E802E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AEBE93-5D43-43B0-B2C9-9FEEFB01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可运行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98E090-5926-486C-986F-76ED11ED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代码或操作能稳定得到结果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6D13C3-8BA7-45DC-A1A2-98F8ED22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42875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2E5C99-C8EC-48A2-A656-0112ECF6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38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可解释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29DFB3-36B2-4D9E-AF55-D94475ED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能说出关键参数与变化原因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C0708E-C526-44C8-8463-CFDD7CB1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BB9ADE-020E-41EC-A96E-F4C092AF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可修改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2BFB78-6B66-45E5-9B4E-20D2114F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能按任务要求完成一次有效迭代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BD5D57-AD84-4482-934F-AAC2CE7F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2900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C70EF9-CD0B-4400-929C-4C57055D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38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可归档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078E43-4AF8-45C8-BD13-F03FE560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源文件、截图和记录命名规范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AD69BF-8264-4B4B-9311-7D7E08A5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自评后请同桌复核一次，再提交教师检查。</a:t>
            </a:r>
          </a:p>
        </p:txBody>
      </p:sp>
    </p:spTree>
    <p:extLst>
      <p:ext uri="{BB962C8B-B14F-4D97-AF65-F5344CB8AC3E}">
        <p14:creationId xmlns:p14="http://schemas.microsoft.com/office/powerpoint/2010/main" val="51888274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CF1D8F-E976-46B6-B215-AD64E364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下课前，完成四项自检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A709A5-A775-463D-A94D-E705C127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E98923-A164-420F-AD30-0AAB5EBE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716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我能用一句话解释本课原理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ED08A-267D-448C-A506-64CE87BF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717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C219CE-CF8C-4084-80B1-5840D1E7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717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我能把公式读成中文并代入数字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FC92C-DCFE-446D-A312-5265F2BD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B9FFFA-7E7C-48B4-BEEA-499ED8B4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718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我能指出代码中的关键参数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8BBFB8-5AC4-4619-A2A2-701E9BCD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719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2D5D58-1075-4F7E-A582-77D6140B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719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我已完成作品、截图和实验记录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95300" y="52387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AD4828-5FFC-41B9-8A55-2FFE714F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保存文件：第16课_班级_匿名编号.FCStd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DA262C-78EF-4997-A8F4-50639116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26862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2026-07-12T00:12:12.6100000Z</dcterms:created>
  <dcterms:modified xsi:type="dcterms:W3CDTF">2026-07-12T00:12:12.6100000Z</dcterms:modified>
</coreProperties>
</file>