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6b14f90c34cbb" /><Relationship Type="http://schemas.openxmlformats.org/officeDocument/2006/relationships/extended-properties" Target="/docProps/app.xml" Id="R22d610a189204101" /><Relationship Type="http://schemas.openxmlformats.org/officeDocument/2006/relationships/officeDocument" Target="/ppt/presentation.xml" Id="R1095d003521c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fc504cc374eec"/>
  </p:sldMasterIdLst>
  <p:notesMasterIdLst>
    <p:notesMasterId xmlns:r="http://schemas.openxmlformats.org/officeDocument/2006/relationships" r:id="R4d9cb2a5a4904d20"/>
  </p:notesMasterIdLst>
  <p:sldIdLst>
    <p:sldId xmlns:r="http://schemas.openxmlformats.org/officeDocument/2006/relationships" id="256" r:id="R196fa29aa6974481"/>
    <p:sldId xmlns:r="http://schemas.openxmlformats.org/officeDocument/2006/relationships" id="257" r:id="Rd17136e4339e4e86"/>
    <p:sldId xmlns:r="http://schemas.openxmlformats.org/officeDocument/2006/relationships" id="258" r:id="R9782fcb94c774a11"/>
    <p:sldId xmlns:r="http://schemas.openxmlformats.org/officeDocument/2006/relationships" id="259" r:id="Rc039ab5630764114"/>
    <p:sldId xmlns:r="http://schemas.openxmlformats.org/officeDocument/2006/relationships" id="260" r:id="R084e396d83eb49f5"/>
    <p:sldId xmlns:r="http://schemas.openxmlformats.org/officeDocument/2006/relationships" id="261" r:id="R14a2b3ffab344704"/>
    <p:sldId xmlns:r="http://schemas.openxmlformats.org/officeDocument/2006/relationships" id="262" r:id="R3262d59db232491e"/>
    <p:sldId xmlns:r="http://schemas.openxmlformats.org/officeDocument/2006/relationships" id="263" r:id="R3c2fe6936e4343aa"/>
    <p:sldId xmlns:r="http://schemas.openxmlformats.org/officeDocument/2006/relationships" id="264" r:id="Rdc95efa9e5684f43"/>
    <p:sldId xmlns:r="http://schemas.openxmlformats.org/officeDocument/2006/relationships" id="265" r:id="Rec8e8a9dc67347cd"/>
    <p:sldId xmlns:r="http://schemas.openxmlformats.org/officeDocument/2006/relationships" id="266" r:id="R92d6c90061f14721"/>
    <p:sldId xmlns:r="http://schemas.openxmlformats.org/officeDocument/2006/relationships" id="267" r:id="Rc6cfdf1520d249b7"/>
    <p:sldId xmlns:r="http://schemas.openxmlformats.org/officeDocument/2006/relationships" id="268" r:id="R032e990d45a94253"/>
    <p:sldId xmlns:r="http://schemas.openxmlformats.org/officeDocument/2006/relationships" id="269" r:id="R8f286279a2f042a0"/>
    <p:sldId xmlns:r="http://schemas.openxmlformats.org/officeDocument/2006/relationships" id="270" r:id="Rc9fc0554def340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5ab4ed60b4cac" /><Relationship Type="http://schemas.openxmlformats.org/officeDocument/2006/relationships/slideMaster" Target="/ppt/slideMasters/slideMaster1.xml" Id="R6a8fc504cc374eec" /><Relationship Type="http://schemas.openxmlformats.org/officeDocument/2006/relationships/notesMaster" Target="/ppt/notesMasters/notesMaster1.xml" Id="R4d9cb2a5a4904d20" /><Relationship Type="http://schemas.openxmlformats.org/officeDocument/2006/relationships/presProps" Target="/ppt/presProps.xml" Id="R140cc767208a4f55" /><Relationship Type="http://schemas.openxmlformats.org/officeDocument/2006/relationships/tableStyles" Target="/ppt/tableStyles.xml" Id="Recc5584f1cd04c59" /><Relationship Type="http://schemas.openxmlformats.org/officeDocument/2006/relationships/slide" Target="/ppt/slides/slide1.xml" Id="R196fa29aa6974481" /><Relationship Type="http://schemas.openxmlformats.org/officeDocument/2006/relationships/slide" Target="/ppt/slides/slide2.xml" Id="Rd17136e4339e4e86" /><Relationship Type="http://schemas.openxmlformats.org/officeDocument/2006/relationships/slide" Target="/ppt/slides/slide3.xml" Id="R9782fcb94c774a11" /><Relationship Type="http://schemas.openxmlformats.org/officeDocument/2006/relationships/slide" Target="/ppt/slides/slide4.xml" Id="Rc039ab5630764114" /><Relationship Type="http://schemas.openxmlformats.org/officeDocument/2006/relationships/slide" Target="/ppt/slides/slide5.xml" Id="R084e396d83eb49f5" /><Relationship Type="http://schemas.openxmlformats.org/officeDocument/2006/relationships/slide" Target="/ppt/slides/slide6.xml" Id="R14a2b3ffab344704" /><Relationship Type="http://schemas.openxmlformats.org/officeDocument/2006/relationships/slide" Target="/ppt/slides/slide7.xml" Id="R3262d59db232491e" /><Relationship Type="http://schemas.openxmlformats.org/officeDocument/2006/relationships/slide" Target="/ppt/slides/slide8.xml" Id="R3c2fe6936e4343aa" /><Relationship Type="http://schemas.openxmlformats.org/officeDocument/2006/relationships/slide" Target="/ppt/slides/slide9.xml" Id="Rdc95efa9e5684f43" /><Relationship Type="http://schemas.openxmlformats.org/officeDocument/2006/relationships/slide" Target="/ppt/slides/slide10.xml" Id="Rec8e8a9dc67347cd" /><Relationship Type="http://schemas.openxmlformats.org/officeDocument/2006/relationships/slide" Target="/ppt/slides/slide11.xml" Id="R92d6c90061f14721" /><Relationship Type="http://schemas.openxmlformats.org/officeDocument/2006/relationships/slide" Target="/ppt/slides/slide12.xml" Id="Rc6cfdf1520d249b7" /><Relationship Type="http://schemas.openxmlformats.org/officeDocument/2006/relationships/slide" Target="/ppt/slides/slide13.xml" Id="R032e990d45a94253" /><Relationship Type="http://schemas.openxmlformats.org/officeDocument/2006/relationships/slide" Target="/ppt/slides/slide14.xml" Id="R8f286279a2f042a0" /><Relationship Type="http://schemas.openxmlformats.org/officeDocument/2006/relationships/slide" Target="/ppt/slides/slide15.xml" Id="Rc9fc0554def3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de912a6d0747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36f9fcc031453e" /><Relationship Type="http://schemas.openxmlformats.org/officeDocument/2006/relationships/notesMaster" Target="/ppt/notesMasters/notesMaster1.xml" Id="R34635bff252440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2312bed91e47c6" /><Relationship Type="http://schemas.openxmlformats.org/officeDocument/2006/relationships/notesMaster" Target="/ppt/notesMasters/notesMaster1.xml" Id="Ra6496b718b6e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b21f448c84d64" /><Relationship Type="http://schemas.openxmlformats.org/officeDocument/2006/relationships/notesMaster" Target="/ppt/notesMasters/notesMaster1.xml" Id="Rc9de573bc878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9c5c9c8a774364" /><Relationship Type="http://schemas.openxmlformats.org/officeDocument/2006/relationships/notesMaster" Target="/ppt/notesMasters/notesMaster1.xml" Id="Rc7f3900f0e4a49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0e401ca3f44d5b" /><Relationship Type="http://schemas.openxmlformats.org/officeDocument/2006/relationships/notesMaster" Target="/ppt/notesMasters/notesMaster1.xml" Id="R176f5de5ce1041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cdd35cf0349fa" /><Relationship Type="http://schemas.openxmlformats.org/officeDocument/2006/relationships/notesMaster" Target="/ppt/notesMasters/notesMaster1.xml" Id="R2d4bdd657749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0dbd2451a4f36" /><Relationship Type="http://schemas.openxmlformats.org/officeDocument/2006/relationships/notesMaster" Target="/ppt/notesMasters/notesMaster1.xml" Id="Rbf947312075f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bb29abd0254f35" /><Relationship Type="http://schemas.openxmlformats.org/officeDocument/2006/relationships/notesMaster" Target="/ppt/notesMasters/notesMaster1.xml" Id="Rc41982de6b88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e7c01aaaa848fa" /><Relationship Type="http://schemas.openxmlformats.org/officeDocument/2006/relationships/notesMaster" Target="/ppt/notesMasters/notesMaster1.xml" Id="R5016a377fd3c41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8f86e40c449a1" /><Relationship Type="http://schemas.openxmlformats.org/officeDocument/2006/relationships/notesMaster" Target="/ppt/notesMasters/notesMaster1.xml" Id="R18a026ad1b9649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18c992706e4a75" /><Relationship Type="http://schemas.openxmlformats.org/officeDocument/2006/relationships/notesMaster" Target="/ppt/notesMasters/notesMaster1.xml" Id="R334761ee0c70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f8e92c524a4e69" /><Relationship Type="http://schemas.openxmlformats.org/officeDocument/2006/relationships/notesMaster" Target="/ppt/notesMasters/notesMaster1.xml" Id="R183b09229a0149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092f80e5ce4462" /><Relationship Type="http://schemas.openxmlformats.org/officeDocument/2006/relationships/notesMaster" Target="/ppt/notesMasters/notesMaster1.xml" Id="R8b460eb8761348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45098ef17145ee" /><Relationship Type="http://schemas.openxmlformats.org/officeDocument/2006/relationships/notesMaster" Target="/ppt/notesMasters/notesMaster1.xml" Id="Rf2ef06f7faf845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a1e8a6c8a743f4" /><Relationship Type="http://schemas.openxmlformats.org/officeDocument/2006/relationships/notesMaster" Target="/ppt/notesMasters/notesMaster1.xml" Id="R5f5b102c413a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fa14aa06946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f78e6c26249d1" /><Relationship Type="http://schemas.openxmlformats.org/officeDocument/2006/relationships/slideLayout" Target="/ppt/slideLayouts/slideLayout1.xml" Id="R03270cd9f35d4c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70cd9f35d4c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91f6e8b054b3b" /><Relationship Type="http://schemas.openxmlformats.org/officeDocument/2006/relationships/notesSlide" Target="/ppt/notesSlides/notesSlide1.xml" Id="R73545b589b5f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5c50ae4484488" /><Relationship Type="http://schemas.openxmlformats.org/officeDocument/2006/relationships/notesSlide" Target="/ppt/notesSlides/notesSlide2.xml" Id="Rb125ce00d648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50e69359e44cb" /><Relationship Type="http://schemas.openxmlformats.org/officeDocument/2006/relationships/notesSlide" Target="/ppt/notesSlides/notesSlide3.xml" Id="R713dec001ec64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2c0ee42184068" /><Relationship Type="http://schemas.openxmlformats.org/officeDocument/2006/relationships/notesSlide" Target="/ppt/notesSlides/notesSlide4.xml" Id="Rb3ac35a4bde544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2fb1104b3429f" /><Relationship Type="http://schemas.openxmlformats.org/officeDocument/2006/relationships/notesSlide" Target="/ppt/notesSlides/notesSlide5.xml" Id="Rc55fff5e1fbd4d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a55015ed24022" /><Relationship Type="http://schemas.openxmlformats.org/officeDocument/2006/relationships/notesSlide" Target="/ppt/notesSlides/notesSlide6.xml" Id="Rbc4f753fd3dc40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e806d28b64a34" /><Relationship Type="http://schemas.openxmlformats.org/officeDocument/2006/relationships/notesSlide" Target="/ppt/notesSlides/notesSlide7.xml" Id="Reabb12b8fb5b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3d2ce2394981" /><Relationship Type="http://schemas.openxmlformats.org/officeDocument/2006/relationships/notesSlide" Target="/ppt/notesSlides/notesSlide8.xml" Id="R670c2f87b4ed45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601aea13c44a0" /><Relationship Type="http://schemas.openxmlformats.org/officeDocument/2006/relationships/notesSlide" Target="/ppt/notesSlides/notesSlide9.xml" Id="R76fce96a237e4d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d9c79cce84121" /><Relationship Type="http://schemas.openxmlformats.org/officeDocument/2006/relationships/notesSlide" Target="/ppt/notesSlides/notesSlide10.xml" Id="R0107ecaa5d7242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cbf6716674d36" /><Relationship Type="http://schemas.openxmlformats.org/officeDocument/2006/relationships/notesSlide" Target="/ppt/notesSlides/notesSlide11.xml" Id="Rd2a3130dc2b342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61c64cb04496d" /><Relationship Type="http://schemas.openxmlformats.org/officeDocument/2006/relationships/notesSlide" Target="/ppt/notesSlides/notesSlide12.xml" Id="R6a84e5009a3e4f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bb958a8c94b83" /><Relationship Type="http://schemas.openxmlformats.org/officeDocument/2006/relationships/notesSlide" Target="/ppt/notesSlides/notesSlide13.xml" Id="R6cf288ddefc742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9273a91d9400b" /><Relationship Type="http://schemas.openxmlformats.org/officeDocument/2006/relationships/notesSlide" Target="/ppt/notesSlides/notesSlide14.xml" Id="Rf9ef29c043d545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929bff6644a2e" /><Relationship Type="http://schemas.openxmlformats.org/officeDocument/2006/relationships/notesSlide" Target="/ppt/notesSlides/notesSlide15.xml" Id="R4a4f6f042277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0DEC5-877D-4463-843B-9A4AF54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模块2  Python与三维空间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493A3-AF7A-460E-A8EC-BA8CEDC3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3 课：控制台的魔法（Python变量的引入）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D06B9-3DA7-4288-83D7-0549B54A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"变量是存储在内存中的数据容器，改变容器里的值，实体的物理尺寸就会随之改变。"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CFDEB-5272-4FD7-8086-DF62B9B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C3D0C-5A11-45EB-B34F-4327982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8525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9BCDA-EA88-442B-AE62-E7A5AF6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52B35-47C3-4C73-B64B-ACF3BCE1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010F5-E2A6-450E-BFFA-49585E99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4CAFF-4175-427C-A0A3-DC22175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ED804-D025-4480-8DBF-A38C352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变量是带名字的数据盒子。改盒子里的数，模型尺寸随之改变。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89DA9-10F8-4D0F-82A2-9C19559B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38CFA-D3AB-4EB9-B274-127D5598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409C-26F4-40A3-BEDD-FE17310F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E6131-D04D-4393-BC15-4E6F47F6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78BBA-2977-4B4A-8AED-6ED8FEA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65BC4-FEC6-46E7-B472-4F23C4B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11EC8-1282-4014-BFDD-D9D565E6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119755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D9481-6267-455E-B5FF-C0A3649C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3576-D6F1-4355-B734-ADDB3A3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4C58D-9F0A-4257-98AC-7C392247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BE71E-5594-4A2F-B64D-5B251685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9D03A-B1F4-4D79-942B-D0B3D6E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AEC6F-AE11-4542-BE75-99D2717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576A6-B322-4BB8-BFF0-CADA756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变量是带名字的数据盒子。改盒子里的数，模型尺寸随之改变。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99C71-E1DA-4F38-BAF5-7CEFA56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2D6B8-689E-4E25-B962-282BDCB0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73FB5-A35A-46BF-94DE-0A33C61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4AFAC-466D-4F51-81DD-AB6BF6C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圆柱直径 = 2 × 半径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BDA62-9A05-4706-B52B-5DA3B5CE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E977D-895A-408D-B877-7D459BF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0719A-6DF9-4818-9E06-32B7FF6D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1384-2DEC-4131-B804-3E90FB6D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创建半径20、高30的圆柱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D8D09-6B58-4999-9F12-4537D12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896323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09476-9AEE-4660-BB3E-3181D4D7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26F04-8FC5-43EF-A9A2-F3AD4ED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76051-29DF-4205-917E-D86C1F8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076EF-6B4D-48D3-8205-9FF2846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变量名像标签，数值像盒子里的物品。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B366E-91F8-4622-BA70-10CA3EE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08160-CBF7-453E-87F3-BED81F8C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868C9-ECA8-4DA3-AEBB-021CFF5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BB739-F152-491F-9290-6677D32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9CBA7-D269-4309-BFF4-1B130AA7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AB6E6-FF60-4F39-A019-C767B583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267831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842928-1867-4F1E-BA09-CFDDD9B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CFA18-F594-403C-9F75-4C88FE4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B332C-3A0B-455D-BC48-B9D98D17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B6D27-2D8F-4DB5-A420-927E1605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圆柱直径 = 2 × 半径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B7C84-6043-4716-806C-C9F8B58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26BAD-D8EA-4EF2-B5B8-263CD144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radius保存半径，height保存高度，代码用变量创建圆柱。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F4D5A-FF48-48A0-BA7D-EA5B8F49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8A6D9-4675-4F48-81E4-A597BE4D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716707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C2C94-8937-47DB-B3AD-BD1E9567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45BDF-97AD-41E6-A908-03816079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0CA7E-8AF2-4ED2-911A-BA00506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77611-A04B-4EDC-B426-4CF7F77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E0285-E977-46B5-883F-87C467D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radius=20，height=30：圆柱直径40毫米，高30毫米。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7F043-0F36-4660-9935-A61196C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C0471-1C4D-4A26-ABFE-60AA6C8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radius=20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6B0FB-FAF9-4619-A8C1-9023342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44F59-2287-4F87-9433-C837ADA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height=30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D9038-2F2A-4875-AD0B-0C974E55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1D919-BA63-42EC-A498-4A4445C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圆柱直径40毫米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69719-D79F-46D0-862C-77AAB28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035157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3FE8B-66FD-43F4-9D79-A1266FF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99A8-8AD8-4BD0-B914-67C23BB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E2D4-7D32-4F8F-891B-5C1FB58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F9F55-D9A3-4422-BAD0-7F9A201F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E49F2-06F7-48A3-8018-3A9F4752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D36E4-1905-41BE-B89C-4A797BD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E4D85-138A-4312-8EED-807E4E8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4F150-32A0-48C8-AC47-98BFFF2A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90EAF-3493-4234-81F9-E4D0CB98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D4E1E-0F77-45B8-A1A2-CB2A0410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8B1EB-8A3A-4BDB-A00C-968D803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A4FF6-00A8-454A-9241-11BFCF61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DEB97-FE38-4389-82A8-F99F859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484158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6AE43-3426-4B6C-97A7-2B447BAC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14E9-998D-48E0-90F7-790A7B0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AB829-5F32-4756-AFFD-C31925C3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2D2BD-1953-4B8F-9359-7F86218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78CD6-42A3-4450-982D-530CE4A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BF4B7-A4FA-4CF5-8D35-BCD3A5B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2703B-A5A6-417C-AB79-5467B87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F7984-AE09-4B32-BADC-D1DF0CE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69936-646E-414E-98F1-D2B702A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1DEF-4ABD-44B3-98F8-1A668CC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66BBC-9B42-41EA-9F39-97FEB50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892A6-E8F7-4DCD-BE2C-01BEF51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4CEDF-A278-4C13-8940-D4EB75C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948947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60AEF-F1DF-454C-83DF-4B0C291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F1700-AD45-4E24-A0BF-BEF37E9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5B43B-673C-4F78-9065-4F730CA9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9F852-78A5-41AA-A8FF-F8BE5358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3AD49-0043-45C2-9E48-B828BE79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radius = 20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height = 30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App.newDocument("Lesson03")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cylinder = doc.addObject("Part::Feature", "Cylinder")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cylinder.Shape = Part.makeCylinder(radius, height)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4359117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3192C-A17A-419F-8189-6E5D1708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38892-867F-4A77-BE75-1EAE04A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199E7-7EA5-486E-8040-9FBB794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FE9E8-57E6-4BDC-A99E-11B1824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FED6-D491-467A-9AE2-889962E6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46F0B-3F4E-428F-AE55-93BD5DC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008A0-D97F-4070-9ACF-28D8FE2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A5866-5517-40FD-9FDE-37E4B44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75847-D18C-4E47-A998-2AD376E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7B593-A05D-46F4-AC7F-A90BB13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D8DD0-8BF4-438E-841A-1CACC50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C8BDD-1DF4-48E6-A27D-1E46DD4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9B91A-5DFA-4A39-B67E-6DEA1588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3EF39-0D6A-45AA-8B4A-449DBF8C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C8B65-2F00-4F94-A4BD-AEC7AEAE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848308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86839-A06E-4BF2-80E1-30BC36D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2710C-92FD-441E-93E8-593C7B2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7F6F7-9761-4EEB-827D-62EAC22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A3E27-A780-4C5C-B8F8-E66FCF48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1BA90-DD4A-4B5E-97D8-7F2147DE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1A5E0-4321-4793-83B2-34E3840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973F1-9A88-43ED-8CD1-13DED7F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1E327-0956-45F6-B6BA-AC3E5C8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3F831-F586-4C72-B3B1-569AA19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8175A-241E-4101-B035-0FC51F4C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65DF5-C96E-47EB-A6C7-9DFA7D08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D1095-6688-4E61-A0E6-7641D3B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CCA30-3488-4062-A6D3-375FA1C9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634282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BB702-A731-46D5-AECD-21FEF9CC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3079E-6D7D-41A6-825A-4C90176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50882-6B5E-4B17-931A-24572E8B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6C4EE-1096-4098-8B24-A42EAB2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CF555-AEF5-49A0-99B0-B3E963E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变量名拼写前后不一致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36A5A-4046-4D9E-B158-CFA682D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3E7EF-2BD1-4799-8ECC-33C14D6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数字写成中文或带单位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D003E-4FF5-4617-87F4-6A7B98D8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7F961-2506-410D-835E-4C1B4B61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改了变量却没有重新运行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9FEE2-949E-4813-8E73-6269EBD8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0C350-570E-4E93-B947-482B92E2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465710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3617E-5776-4D19-8B99-2775691D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ED1B3-65DA-4DA0-A5C3-DFAB7345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852D2-61FB-47B9-8918-493D28F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1D724-FC2A-4EE9-A74F-5889612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AF846-6C05-42F9-AA69-0D6DAC9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CF2F0-1DA6-4205-899E-3BEB988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创建半径20、高30的圆柱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0DDCA-CDC2-4C85-BD25-42C117B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E2916-BA9B-48B1-B191-EB31D8BD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F0BC5-362C-4F07-A364-9F8A725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EA806-C0F0-4BE4-945B-ED0A1B96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把高度改为60并预测结果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89F54-D91E-433A-A6AF-CF61B28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2EFA1-1681-4A3C-9A78-BB2B375B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F65FA-4896-4CF6-A211-55D146AB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740C3-513C-4C56-BBA5-2DDDFB44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增加一个颜色变量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0497E-A2D7-4BE7-A790-1F11D16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7D7A1-BADB-42FE-BC14-74E7040F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4998293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FFA3E-271C-4778-B347-49B0830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3D37E-13D2-4C08-B5E8-F25C6B69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65829-4929-44AE-8282-7021B1C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31D89-C4CF-4D37-B251-6F578702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7B18E-5AEB-443C-B80E-3F4E074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D05D-7201-414B-AF2B-23355F6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62C3-1AF7-411B-A0BA-2F0594E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6018-A464-48B2-B298-CCDA2DD5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2F967-D0F0-43BA-8512-3BD8791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4FD40-77F3-4BE1-8120-3B95D73B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281E9-E362-45FB-A6E1-9FF2EB9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972A-C8C5-4C7E-A761-2FF00F9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8F154-2EB9-43EF-B9FC-C0B61B2D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7EF8A-C318-4019-A569-59D9BE68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8DEB2-7926-4DBE-BB9A-0D419CFA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77E05-6C86-4C30-91BC-B5734507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2166950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E7CD4-CA4C-4C7B-A1E4-C8314E3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EE10E-8E24-4F20-A2F2-2772AA8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C143A-DE63-4E2A-9F27-7927F0E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30687-E7A0-4254-B32A-E976A41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FD720-6B11-4796-BF07-9B1256DB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8D1C3-BA97-45FA-B75F-2688BC3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4F28A-F4C3-4332-BA7F-BD73999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4FE79-C826-4808-B9C0-1EF7F3F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72431-6A21-41B2-9D63-76699F8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E8D33-47B1-44D1-885A-F6BCD10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保存文件：第03课_班级_匿名编号.FCStd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9BD3A-EBAF-4AB4-B17C-F22B81B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4215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2026-07-12T00:12:08.7230000Z</dcterms:created>
  <dcterms:modified xsi:type="dcterms:W3CDTF">2026-07-12T00:12:08.7230000Z</dcterms:modified>
</coreProperties>
</file>