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799d0cea0848da" /><Relationship Type="http://schemas.openxmlformats.org/officeDocument/2006/relationships/extended-properties" Target="/docProps/app.xml" Id="Rad6cd73755874136" /><Relationship Type="http://schemas.openxmlformats.org/officeDocument/2006/relationships/officeDocument" Target="/ppt/presentation.xml" Id="Re3164bd273bc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23d8f043484d01"/>
  </p:sldMasterIdLst>
  <p:notesMasterIdLst>
    <p:notesMasterId xmlns:r="http://schemas.openxmlformats.org/officeDocument/2006/relationships" r:id="Rb06c94f924a24d4e"/>
  </p:notesMasterIdLst>
  <p:sldIdLst>
    <p:sldId xmlns:r="http://schemas.openxmlformats.org/officeDocument/2006/relationships" id="256" r:id="R6b1c93bff6e04f26"/>
    <p:sldId xmlns:r="http://schemas.openxmlformats.org/officeDocument/2006/relationships" id="257" r:id="Rb87a16cc2b1547e8"/>
    <p:sldId xmlns:r="http://schemas.openxmlformats.org/officeDocument/2006/relationships" id="258" r:id="Rad303366b293478c"/>
    <p:sldId xmlns:r="http://schemas.openxmlformats.org/officeDocument/2006/relationships" id="259" r:id="R9836c2abfd0c4cc3"/>
    <p:sldId xmlns:r="http://schemas.openxmlformats.org/officeDocument/2006/relationships" id="260" r:id="Rdea0b0233193439b"/>
    <p:sldId xmlns:r="http://schemas.openxmlformats.org/officeDocument/2006/relationships" id="261" r:id="Rf3c1f77f34484f78"/>
    <p:sldId xmlns:r="http://schemas.openxmlformats.org/officeDocument/2006/relationships" id="262" r:id="Ra826bf315eff4742"/>
    <p:sldId xmlns:r="http://schemas.openxmlformats.org/officeDocument/2006/relationships" id="263" r:id="R29b2ae4bd1c24db7"/>
    <p:sldId xmlns:r="http://schemas.openxmlformats.org/officeDocument/2006/relationships" id="264" r:id="R7e072611eae040c2"/>
    <p:sldId xmlns:r="http://schemas.openxmlformats.org/officeDocument/2006/relationships" id="265" r:id="R967f3081421e46d9"/>
    <p:sldId xmlns:r="http://schemas.openxmlformats.org/officeDocument/2006/relationships" id="266" r:id="R62ccc127e222418b"/>
    <p:sldId xmlns:r="http://schemas.openxmlformats.org/officeDocument/2006/relationships" id="267" r:id="Rdac3d9fba0894f26"/>
    <p:sldId xmlns:r="http://schemas.openxmlformats.org/officeDocument/2006/relationships" id="268" r:id="Rde390068085e43c5"/>
    <p:sldId xmlns:r="http://schemas.openxmlformats.org/officeDocument/2006/relationships" id="269" r:id="R282317743513433d"/>
    <p:sldId xmlns:r="http://schemas.openxmlformats.org/officeDocument/2006/relationships" id="270" r:id="R4eab3695b45749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f22aba1714174" /><Relationship Type="http://schemas.openxmlformats.org/officeDocument/2006/relationships/slideMaster" Target="/ppt/slideMasters/slideMaster1.xml" Id="R9723d8f043484d01" /><Relationship Type="http://schemas.openxmlformats.org/officeDocument/2006/relationships/notesMaster" Target="/ppt/notesMasters/notesMaster1.xml" Id="Rb06c94f924a24d4e" /><Relationship Type="http://schemas.openxmlformats.org/officeDocument/2006/relationships/presProps" Target="/ppt/presProps.xml" Id="R651ce00b64414877" /><Relationship Type="http://schemas.openxmlformats.org/officeDocument/2006/relationships/tableStyles" Target="/ppt/tableStyles.xml" Id="R7a95b945a3ce4a29" /><Relationship Type="http://schemas.openxmlformats.org/officeDocument/2006/relationships/slide" Target="/ppt/slides/slide1.xml" Id="R6b1c93bff6e04f26" /><Relationship Type="http://schemas.openxmlformats.org/officeDocument/2006/relationships/slide" Target="/ppt/slides/slide2.xml" Id="Rb87a16cc2b1547e8" /><Relationship Type="http://schemas.openxmlformats.org/officeDocument/2006/relationships/slide" Target="/ppt/slides/slide3.xml" Id="Rad303366b293478c" /><Relationship Type="http://schemas.openxmlformats.org/officeDocument/2006/relationships/slide" Target="/ppt/slides/slide4.xml" Id="R9836c2abfd0c4cc3" /><Relationship Type="http://schemas.openxmlformats.org/officeDocument/2006/relationships/slide" Target="/ppt/slides/slide5.xml" Id="Rdea0b0233193439b" /><Relationship Type="http://schemas.openxmlformats.org/officeDocument/2006/relationships/slide" Target="/ppt/slides/slide6.xml" Id="Rf3c1f77f34484f78" /><Relationship Type="http://schemas.openxmlformats.org/officeDocument/2006/relationships/slide" Target="/ppt/slides/slide7.xml" Id="Ra826bf315eff4742" /><Relationship Type="http://schemas.openxmlformats.org/officeDocument/2006/relationships/slide" Target="/ppt/slides/slide8.xml" Id="R29b2ae4bd1c24db7" /><Relationship Type="http://schemas.openxmlformats.org/officeDocument/2006/relationships/slide" Target="/ppt/slides/slide9.xml" Id="R7e072611eae040c2" /><Relationship Type="http://schemas.openxmlformats.org/officeDocument/2006/relationships/slide" Target="/ppt/slides/slide10.xml" Id="R967f3081421e46d9" /><Relationship Type="http://schemas.openxmlformats.org/officeDocument/2006/relationships/slide" Target="/ppt/slides/slide11.xml" Id="R62ccc127e222418b" /><Relationship Type="http://schemas.openxmlformats.org/officeDocument/2006/relationships/slide" Target="/ppt/slides/slide12.xml" Id="Rdac3d9fba0894f26" /><Relationship Type="http://schemas.openxmlformats.org/officeDocument/2006/relationships/slide" Target="/ppt/slides/slide13.xml" Id="Rde390068085e43c5" /><Relationship Type="http://schemas.openxmlformats.org/officeDocument/2006/relationships/slide" Target="/ppt/slides/slide14.xml" Id="R282317743513433d" /><Relationship Type="http://schemas.openxmlformats.org/officeDocument/2006/relationships/slide" Target="/ppt/slides/slide15.xml" Id="R4eab3695b457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3f4ac61abe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9ab8eac43a4759" /><Relationship Type="http://schemas.openxmlformats.org/officeDocument/2006/relationships/notesMaster" Target="/ppt/notesMasters/notesMaster1.xml" Id="Rafa0eae489384e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cd15492f3d46ed" /><Relationship Type="http://schemas.openxmlformats.org/officeDocument/2006/relationships/notesMaster" Target="/ppt/notesMasters/notesMaster1.xml" Id="Rbfee48583a1f49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a76bb0a59045f6" /><Relationship Type="http://schemas.openxmlformats.org/officeDocument/2006/relationships/notesMaster" Target="/ppt/notesMasters/notesMaster1.xml" Id="R905aff65028949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525dcca40844f2" /><Relationship Type="http://schemas.openxmlformats.org/officeDocument/2006/relationships/notesMaster" Target="/ppt/notesMasters/notesMaster1.xml" Id="Rc7c24815743c46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231c5e296a4117" /><Relationship Type="http://schemas.openxmlformats.org/officeDocument/2006/relationships/notesMaster" Target="/ppt/notesMasters/notesMaster1.xml" Id="R2dacdc3b8f1847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c9bf109d0844e9" /><Relationship Type="http://schemas.openxmlformats.org/officeDocument/2006/relationships/notesMaster" Target="/ppt/notesMasters/notesMaster1.xml" Id="R3ea0479667cf43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35e06c6f3c4dfa" /><Relationship Type="http://schemas.openxmlformats.org/officeDocument/2006/relationships/notesMaster" Target="/ppt/notesMasters/notesMaster1.xml" Id="R25131fb8038b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573205d30e4d04" /><Relationship Type="http://schemas.openxmlformats.org/officeDocument/2006/relationships/notesMaster" Target="/ppt/notesMasters/notesMaster1.xml" Id="R470e44a5084846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90066a403841f7" /><Relationship Type="http://schemas.openxmlformats.org/officeDocument/2006/relationships/notesMaster" Target="/ppt/notesMasters/notesMaster1.xml" Id="Rd29687cad73a46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d5bd4f0704401f" /><Relationship Type="http://schemas.openxmlformats.org/officeDocument/2006/relationships/notesMaster" Target="/ppt/notesMasters/notesMaster1.xml" Id="R11bacdd8027648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c457ce6aa64441" /><Relationship Type="http://schemas.openxmlformats.org/officeDocument/2006/relationships/notesMaster" Target="/ppt/notesMasters/notesMaster1.xml" Id="R6bce557c27e74b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302c2f897c476a" /><Relationship Type="http://schemas.openxmlformats.org/officeDocument/2006/relationships/notesMaster" Target="/ppt/notesMasters/notesMaster1.xml" Id="R6c38256e2d564c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b7fcee47334689" /><Relationship Type="http://schemas.openxmlformats.org/officeDocument/2006/relationships/notesMaster" Target="/ppt/notesMasters/notesMaster1.xml" Id="R90bb17cf53414c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8cb45c18f342d6" /><Relationship Type="http://schemas.openxmlformats.org/officeDocument/2006/relationships/notesMaster" Target="/ppt/notesMasters/notesMaster1.xml" Id="Rbd04972507914b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ea82ccc3c949a4" /><Relationship Type="http://schemas.openxmlformats.org/officeDocument/2006/relationships/notesMaster" Target="/ppt/notesMasters/notesMaster1.xml" Id="R9c5c754336b242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c661b6a62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bf8cce38644ae1" /><Relationship Type="http://schemas.openxmlformats.org/officeDocument/2006/relationships/slideLayout" Target="/ppt/slideLayouts/slideLayout1.xml" Id="R5324a36e7c8a40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24a36e7c8a40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2aefcb10a4158" /><Relationship Type="http://schemas.openxmlformats.org/officeDocument/2006/relationships/notesSlide" Target="/ppt/notesSlides/notesSlide1.xml" Id="Rd060c4b112f54c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ad22a17d64309" /><Relationship Type="http://schemas.openxmlformats.org/officeDocument/2006/relationships/notesSlide" Target="/ppt/notesSlides/notesSlide2.xml" Id="Ra7bcfbfc17cb49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9a6fae7124927" /><Relationship Type="http://schemas.openxmlformats.org/officeDocument/2006/relationships/notesSlide" Target="/ppt/notesSlides/notesSlide3.xml" Id="Rc99c31b3975745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197ba08a24ea0" /><Relationship Type="http://schemas.openxmlformats.org/officeDocument/2006/relationships/notesSlide" Target="/ppt/notesSlides/notesSlide4.xml" Id="R3a0f4197175f48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cda0a1ec04e05" /><Relationship Type="http://schemas.openxmlformats.org/officeDocument/2006/relationships/notesSlide" Target="/ppt/notesSlides/notesSlide5.xml" Id="Rfcf77e70d2ce49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4d2690c334f24" /><Relationship Type="http://schemas.openxmlformats.org/officeDocument/2006/relationships/notesSlide" Target="/ppt/notesSlides/notesSlide6.xml" Id="Rba41296c12854a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b94a1bae2459d" /><Relationship Type="http://schemas.openxmlformats.org/officeDocument/2006/relationships/notesSlide" Target="/ppt/notesSlides/notesSlide7.xml" Id="R4b22badf347748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80120c745434f" /><Relationship Type="http://schemas.openxmlformats.org/officeDocument/2006/relationships/notesSlide" Target="/ppt/notesSlides/notesSlide8.xml" Id="Rb5dcdb2b9dc842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d074da1574c1a" /><Relationship Type="http://schemas.openxmlformats.org/officeDocument/2006/relationships/notesSlide" Target="/ppt/notesSlides/notesSlide9.xml" Id="R6874952c7c154e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dc6b1d34e4991" /><Relationship Type="http://schemas.openxmlformats.org/officeDocument/2006/relationships/notesSlide" Target="/ppt/notesSlides/notesSlide10.xml" Id="R9a8acdbf5ff74d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9ed82f1614604" /><Relationship Type="http://schemas.openxmlformats.org/officeDocument/2006/relationships/notesSlide" Target="/ppt/notesSlides/notesSlide11.xml" Id="R11d2f3ac5aa248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41db951f440c6" /><Relationship Type="http://schemas.openxmlformats.org/officeDocument/2006/relationships/notesSlide" Target="/ppt/notesSlides/notesSlide12.xml" Id="R9e7d456134b548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075ea4ffb4ff1" /><Relationship Type="http://schemas.openxmlformats.org/officeDocument/2006/relationships/notesSlide" Target="/ppt/notesSlides/notesSlide13.xml" Id="Rde3579d9075640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d377855d448aa" /><Relationship Type="http://schemas.openxmlformats.org/officeDocument/2006/relationships/notesSlide" Target="/ppt/notesSlides/notesSlide14.xml" Id="R201a783d139842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61c6e42c0402a" /><Relationship Type="http://schemas.openxmlformats.org/officeDocument/2006/relationships/notesSlide" Target="/ppt/notesSlides/notesSlide15.xml" Id="R5c1f8858c8ca46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112157-FE76-4424-9035-86FAEDEC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模块2  Python与三维空间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56DB3-1EA9-4BD3-BC7C-F2BBB005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4 课：参数化思维（空间位置的向量控制）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43D5F-2B2E-41EB-AFC3-CA1DB010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"物体在三维空间中的平移，本质上是其各个顶点沿 X、Y、Z 轴的位移量叠加。"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0C02F-0D70-4604-9830-174C256C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7E924-F61B-4C25-9986-791CCE61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3455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2FA72-0467-4119-935E-FDCE93DE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3858B-B46E-4E84-BDF0-D3CD1506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784C5-90D4-4952-84B0-901BD515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B4199-7BD2-4144-AE38-BE8DF5A3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96953-3A9F-4847-B7CA-7928C932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向量同时记录方向和距离，是三维空间中的移动指令。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67D1F-8176-4416-BEFC-9A921155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62389-ACF0-4359-9141-A0E52202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21DAF-2524-452D-8A25-057B8517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96AD3-22B3-4195-9F9C-10E7C742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743B5-E4BB-4256-8D08-AE26DE4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36001-3251-45D9-8242-66EED181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71280-A11A-4140-87FE-25192075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1545313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13FFDD-86BB-4E3D-8813-AD8BAEA5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5DBD3-6C6A-420E-A560-28D4B9D3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B1CA4-1D24-4965-8CCE-5923520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749DD-B396-475C-B277-E32BBCB2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9CA7E-BB82-4529-B6B5-B78203A0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E6ECA-31F1-4067-B59E-B550E878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998A6-220B-4E41-B1B7-A77C0FB8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向量同时记录方向和距离，是三维空间中的移动指令。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5A976-5A42-45E2-9EFF-2B5199F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90C0D-7398-49E5-8818-1328C43A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B2560-794B-4231-8781-D6D7D780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AD44F-82A4-408A-BF2B-E321A974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新位置 = 原位置 + 位移向量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60468-344F-4A34-9790-D7782CEE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8687D-7919-48A0-A7F6-78E98884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1EFEB-0058-46BA-AEB4-5A1AD90A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CAEC1-7B45-423D-AF24-E9E5218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沿X移动50毫米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47F56-8B6A-4A34-AF1D-17AC0171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184212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91A051-23B0-4CAF-BE50-E4F19CFE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EDEAD-D14A-4012-B8EC-CCFFBC37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6C1F6-1620-484F-8A89-8FC8587E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09F63-DDD3-4853-A4BF-746F87CB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X是左右，Y是前后，Z是上下。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72668-76FD-4EAB-ABAC-BCA60EB0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37152-14E7-46CC-8EE0-5C14AE9F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A9B40-D415-46AD-8C6D-5EFE8AEE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C23F3-6019-4065-A91C-B2DF30CE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1BF07-C0F8-4431-A2B7-E79AFC0D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955DA-F921-4690-9663-2E6F2F31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1503612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787131-BD0B-460A-9273-01A5082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A89F9-AF97-4238-B88E-8E15CCA3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B9B60-BD56-4354-A8C3-6706751C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98E45-B9D2-474A-B3F1-85D9CA04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新位置 = 原位置 + 位移向量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84A31-4C20-4B3A-BE2E-5BC2AC65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73689-3BF0-49FC-B663-8AF44938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Vector(50,0,0)表示沿X方向移动50毫米。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1EBA2-FEB7-4E7A-A1D1-8018339B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D8DC2-D2FD-47AC-9D74-C9C5350B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1874246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8101A-FA82-42AB-9FD4-5586C2A2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774CA-7E25-41F7-B8F2-8304FA2F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368DB-086A-4363-BA96-FCF0984D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2096D-B46D-48CD-BDC2-9B9710F4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DAC40-6B20-415A-923B-36B6B06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原位置(0,0,0)，加上(50,0,0)，新位置是(50,0,0)。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33FB4-BD0C-4E24-BEEF-433BD23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50C49-ECF8-467C-B382-37CC5376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原位置(0,0,0)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F3366-0C44-415E-8716-0D29F767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25695-8F6F-48AE-BF2E-E1BC857A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加上(50,0,0)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A938A-7DAE-4640-B14F-2E547AF5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9A011-3109-40FE-95BE-2EFA59F2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新位置是(50,0,0)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EDE87-D83E-42CF-99E8-3B1DB55A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13938771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9D3B1-887F-46E5-86A0-A6B121A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9E72D-6700-47B4-BB59-9E06615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70059-E2FD-42CD-829C-F9E6273C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F379F-ED4F-4404-B5EE-2214F0E9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AF79B-CF25-4D1B-8F19-0CBD2E46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A8634-270D-45F2-B9BC-818F8458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E0688-4F70-405C-8D5C-2F21693C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C6428-A803-49B7-89D9-72F34B42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431DE-5A7C-4C18-9D6A-705E0E5D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15F99-7749-4E30-9B61-E948CCE9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838E1-2467-40EE-8B48-78DD7AD8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72A6C-D192-416D-BB00-8D4C2903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4D534-EFC9-46AC-8C3A-6D1BAC5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661574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A19E74-2420-4BE9-8965-54AC969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8BB23-965A-42AB-AE04-AC8BF25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C15DE-05CD-417D-AABB-1284911D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BF28C-6722-4BE1-A777-2B67BBF1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7CAB2-F98B-452A-8D14-B545A9AA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6A6CB-D743-486D-8879-1CE49CDD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5B5DA-1EB4-4DFD-9517-0FF5E819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D4827-D572-42EB-B5D7-B60D332E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6E592-91FD-4B59-9DBE-3C1F17D6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AFC32-15C3-48A1-83F0-785EE261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2A5FA-AEBF-4BA9-9DE7-C012C62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BBAB3-782E-4199-AD93-79B4660E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5B682-28D1-4E24-B632-D1E93E6A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772288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334FBD-8830-4DEC-89BC-F8ED0EC3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881D4-3802-4E8B-91D6-89CADD22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40BBE-E9DC-4623-8424-777E08FE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4919C-3D01-4059-9FAC-CF67BEE0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0E650-C239-4CF0-A5FC-9334824D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# 参数区（主要修改这里）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length, width, height = 20, 20, 20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move_x, move_y, move_z = 50, 0,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App.newDocument("Lesson04")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box = doc.addObject("Part::Feature", "MovedBox")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box.Shape = Part.makeBox(length, width, height)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box.Placement.Base = App.Vector(move_x, move_y, move_z)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678807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C91E6-A06B-4E62-9141-AE310290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D5E76-37B3-49CA-823F-D297535B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016F7-F459-4054-827F-F035213D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38C65-2A4E-453D-AACA-3265CD6A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01D3B-291F-4709-905D-BF2A4C84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B4199-80FF-4F39-B0E9-F1857228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5EF4F-6C58-4929-964A-934C8DA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63508-E9EF-4FAE-9AC6-A0D7C129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60B97-2FBA-4B88-9E2B-75969A5C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8DA26-1640-42DC-BC0C-291315E4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99E5F-52AF-4444-867A-3FA107F8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4253A-A648-4D64-AD61-7482089E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EE60A-AEAD-4A99-82E7-B442E781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16F62-0847-4562-A6E1-0367165A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1F227-6E49-4CFD-B984-9B05F663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94378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1BB0E-37A3-4D6A-AFD3-043D8005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5A48B-5ECB-4672-9553-B94FC8AE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341A5-E663-4945-8FF8-ECDDD8D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C2096-0E80-41D9-9530-10F3F43C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965D8-4755-4DD6-A74E-B0B7F5F7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BA97C-3CB7-40AD-8765-15188841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4E05-6112-424D-83C9-798EFD0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C5618-6F5A-4F80-A436-39A8368C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BA9A3-8AB0-44B4-A62C-DF5D2E8B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D277A-CECD-405A-80FD-8DC6277E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BD817-8D95-47E8-9802-FC9CE1C8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73D2F-6D06-4A3A-A63C-DBC2B164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3F9D6-AED3-4E43-BCC7-2D1002B1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2718744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B32AB2-BA15-4D63-8013-06FFB954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7C6FA-25AA-4812-844E-653B3705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A86FA-9F34-4A70-8E7A-07B4A322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9E34C-E8B1-4715-A48D-4A99806A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49E9A-08F0-4AAB-9D02-73CE1AE5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把X、Y、Z顺序写反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1F61A-1D07-49C4-9C5C-90DC53D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0FC25-B96C-4949-8C93-F593AB04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只改Shape，不改Placement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2CED5-D2EF-4EBD-8241-B9ABD97A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06CE6-922D-4AA2-A916-B06ACF08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忘记单位默认是毫米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ECE00-474B-4B17-A7C3-E3D75AF4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1D509-8597-44AE-B522-894ABF45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11624355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01148-6ACA-4193-A716-D0A40E69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48A29-3C89-40D0-8C31-C28C2714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E4191-9C96-4459-B7A9-1E01CF48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8DF7D-91FD-41D5-8431-C76F107A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E7673-FBA0-4A4F-8124-2363D2E1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82E9A-726F-4843-AAAE-B1F5BC12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沿X移动50毫米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0AB13-DD51-4A6C-9A58-369F946E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644E8-A9BE-4EBF-943B-E244C65D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51259-0919-48A6-A5C2-5744C685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4FFF4-BFB7-403D-BB10-E8CED765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改为沿Z上升30毫米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8B676-8452-4D89-97D3-5BA4808F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8588A-61E2-4E99-956D-77F5034D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59019-0494-4B5B-A9AE-F6BC4E5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5B7B4-1D23-4D5D-9820-1D5AC56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同时沿X、Y移动形成斜向位移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20BB4-5A41-4F88-ADF2-D37F90C0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68F25-0908-45BA-BFC9-2379C936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2556495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F7332-EBB6-45B3-97CC-01684F32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CFC53-5D96-4047-8D8E-4E4DB5E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第04课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F81D6-AA24-4290-879A-07D52573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116A7-3305-4121-81DE-E21E718B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6BBA0-7B53-44E8-AA82-17355586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D3210-E03C-4EA9-AE6E-8BA88790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11700-4F27-4326-884D-8F1193B9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F7B4B-6EAD-4E54-A195-88F3C92D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51C37-C4AC-4626-AF10-70C8E135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00DE7-201B-440D-9946-A93455AD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75C95-BE33-45E7-A5C9-39B61E4C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64360-A582-48E9-91E6-9B5784E4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8B36C-2262-4959-BB90-23E5FC40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A6E98-8683-462C-843D-FDDACDC1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D3A30-0C4B-43FC-975F-6FA730BB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D9B96-DAEC-4C89-A4EA-DF3664F9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8617501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950D3-8F37-41BF-936C-FF6D9342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9A761-C21B-4FF5-9A4A-944F48A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F490A-032E-4988-8956-9C0F1BEB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E6186-2411-4F6C-A32D-12EF03F4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CE73F-8D9B-42E8-A285-AAC8B90D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5D8DF-A8E3-4465-8417-5F6B6DDD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E682A-6448-4D9D-9A15-3C10A991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1CABC-F167-4E73-AE79-A876DFDE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35049-D8B8-4578-9A2F-8433381F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8DA90-C59B-4D5B-911F-330BAEBD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保存文件：第04课_班级_匿名编号.FCStd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92232-F1CA-4F9A-A2C3-CCB720EE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8889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2026-07-12T00:12:09.1380000Z</dcterms:created>
  <dcterms:modified xsi:type="dcterms:W3CDTF">2026-07-12T00:12:09.1380000Z</dcterms:modified>
</coreProperties>
</file>