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c5003351c54049" /><Relationship Type="http://schemas.openxmlformats.org/officeDocument/2006/relationships/extended-properties" Target="/docProps/app.xml" Id="R3b9c0cb939234422" /><Relationship Type="http://schemas.openxmlformats.org/officeDocument/2006/relationships/officeDocument" Target="/ppt/presentation.xml" Id="R965ef1696e7646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74f5715a7d4cdb"/>
  </p:sldMasterIdLst>
  <p:notesMasterIdLst>
    <p:notesMasterId xmlns:r="http://schemas.openxmlformats.org/officeDocument/2006/relationships" r:id="R63b84b333d5e4bc9"/>
  </p:notesMasterIdLst>
  <p:sldIdLst>
    <p:sldId xmlns:r="http://schemas.openxmlformats.org/officeDocument/2006/relationships" id="256" r:id="Rcc89f2714ec54a83"/>
    <p:sldId xmlns:r="http://schemas.openxmlformats.org/officeDocument/2006/relationships" id="257" r:id="Rf9c168d7a37f409e"/>
    <p:sldId xmlns:r="http://schemas.openxmlformats.org/officeDocument/2006/relationships" id="258" r:id="Rfa3a3a054f9b4e48"/>
    <p:sldId xmlns:r="http://schemas.openxmlformats.org/officeDocument/2006/relationships" id="259" r:id="R4e4b3240f96342c8"/>
    <p:sldId xmlns:r="http://schemas.openxmlformats.org/officeDocument/2006/relationships" id="260" r:id="R22790e66812e464a"/>
    <p:sldId xmlns:r="http://schemas.openxmlformats.org/officeDocument/2006/relationships" id="261" r:id="R058a6d5ddcb2472d"/>
    <p:sldId xmlns:r="http://schemas.openxmlformats.org/officeDocument/2006/relationships" id="262" r:id="Re4bf75ff44bd4260"/>
    <p:sldId xmlns:r="http://schemas.openxmlformats.org/officeDocument/2006/relationships" id="263" r:id="R436e60c288cd41fb"/>
    <p:sldId xmlns:r="http://schemas.openxmlformats.org/officeDocument/2006/relationships" id="264" r:id="Ra8b9095c2f8e4552"/>
    <p:sldId xmlns:r="http://schemas.openxmlformats.org/officeDocument/2006/relationships" id="265" r:id="Ree5a9c841e55498f"/>
    <p:sldId xmlns:r="http://schemas.openxmlformats.org/officeDocument/2006/relationships" id="266" r:id="R059c76f4165e4394"/>
    <p:sldId xmlns:r="http://schemas.openxmlformats.org/officeDocument/2006/relationships" id="267" r:id="R01f2e6b468a3420d"/>
    <p:sldId xmlns:r="http://schemas.openxmlformats.org/officeDocument/2006/relationships" id="268" r:id="R15a2644f96f0469b"/>
    <p:sldId xmlns:r="http://schemas.openxmlformats.org/officeDocument/2006/relationships" id="269" r:id="R7c90a2096d3249f9"/>
    <p:sldId xmlns:r="http://schemas.openxmlformats.org/officeDocument/2006/relationships" id="270" r:id="Raf001209a65a48a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76109ecab54263" /><Relationship Type="http://schemas.openxmlformats.org/officeDocument/2006/relationships/slideMaster" Target="/ppt/slideMasters/slideMaster1.xml" Id="Rd774f5715a7d4cdb" /><Relationship Type="http://schemas.openxmlformats.org/officeDocument/2006/relationships/notesMaster" Target="/ppt/notesMasters/notesMaster1.xml" Id="R63b84b333d5e4bc9" /><Relationship Type="http://schemas.openxmlformats.org/officeDocument/2006/relationships/presProps" Target="/ppt/presProps.xml" Id="R8919e205dcfb4327" /><Relationship Type="http://schemas.openxmlformats.org/officeDocument/2006/relationships/tableStyles" Target="/ppt/tableStyles.xml" Id="R6f9c29627d5a491d" /><Relationship Type="http://schemas.openxmlformats.org/officeDocument/2006/relationships/slide" Target="/ppt/slides/slide1.xml" Id="Rcc89f2714ec54a83" /><Relationship Type="http://schemas.openxmlformats.org/officeDocument/2006/relationships/slide" Target="/ppt/slides/slide2.xml" Id="Rf9c168d7a37f409e" /><Relationship Type="http://schemas.openxmlformats.org/officeDocument/2006/relationships/slide" Target="/ppt/slides/slide3.xml" Id="Rfa3a3a054f9b4e48" /><Relationship Type="http://schemas.openxmlformats.org/officeDocument/2006/relationships/slide" Target="/ppt/slides/slide4.xml" Id="R4e4b3240f96342c8" /><Relationship Type="http://schemas.openxmlformats.org/officeDocument/2006/relationships/slide" Target="/ppt/slides/slide5.xml" Id="R22790e66812e464a" /><Relationship Type="http://schemas.openxmlformats.org/officeDocument/2006/relationships/slide" Target="/ppt/slides/slide6.xml" Id="R058a6d5ddcb2472d" /><Relationship Type="http://schemas.openxmlformats.org/officeDocument/2006/relationships/slide" Target="/ppt/slides/slide7.xml" Id="Re4bf75ff44bd4260" /><Relationship Type="http://schemas.openxmlformats.org/officeDocument/2006/relationships/slide" Target="/ppt/slides/slide8.xml" Id="R436e60c288cd41fb" /><Relationship Type="http://schemas.openxmlformats.org/officeDocument/2006/relationships/slide" Target="/ppt/slides/slide9.xml" Id="Ra8b9095c2f8e4552" /><Relationship Type="http://schemas.openxmlformats.org/officeDocument/2006/relationships/slide" Target="/ppt/slides/slide10.xml" Id="Ree5a9c841e55498f" /><Relationship Type="http://schemas.openxmlformats.org/officeDocument/2006/relationships/slide" Target="/ppt/slides/slide11.xml" Id="R059c76f4165e4394" /><Relationship Type="http://schemas.openxmlformats.org/officeDocument/2006/relationships/slide" Target="/ppt/slides/slide12.xml" Id="R01f2e6b468a3420d" /><Relationship Type="http://schemas.openxmlformats.org/officeDocument/2006/relationships/slide" Target="/ppt/slides/slide13.xml" Id="R15a2644f96f0469b" /><Relationship Type="http://schemas.openxmlformats.org/officeDocument/2006/relationships/slide" Target="/ppt/slides/slide14.xml" Id="R7c90a2096d3249f9" /><Relationship Type="http://schemas.openxmlformats.org/officeDocument/2006/relationships/slide" Target="/ppt/slides/slide15.xml" Id="Raf001209a65a48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6d1382716f41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e06ef247e8479d" /><Relationship Type="http://schemas.openxmlformats.org/officeDocument/2006/relationships/notesMaster" Target="/ppt/notesMasters/notesMaster1.xml" Id="R192dae976e7e4e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3f2c7df970447e" /><Relationship Type="http://schemas.openxmlformats.org/officeDocument/2006/relationships/notesMaster" Target="/ppt/notesMasters/notesMaster1.xml" Id="R776e44422e424c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1cc55b3568425f" /><Relationship Type="http://schemas.openxmlformats.org/officeDocument/2006/relationships/notesMaster" Target="/ppt/notesMasters/notesMaster1.xml" Id="R6383161f2d6447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14c4fcf95a48f1" /><Relationship Type="http://schemas.openxmlformats.org/officeDocument/2006/relationships/notesMaster" Target="/ppt/notesMasters/notesMaster1.xml" Id="Rc9ed7b1764b84b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dca306def54163" /><Relationship Type="http://schemas.openxmlformats.org/officeDocument/2006/relationships/notesMaster" Target="/ppt/notesMasters/notesMaster1.xml" Id="R6af6dbc41c8442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a401338d034409" /><Relationship Type="http://schemas.openxmlformats.org/officeDocument/2006/relationships/notesMaster" Target="/ppt/notesMasters/notesMaster1.xml" Id="R2e449132ec1f4f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5c1a9359d54532" /><Relationship Type="http://schemas.openxmlformats.org/officeDocument/2006/relationships/notesMaster" Target="/ppt/notesMasters/notesMaster1.xml" Id="R161015a119c147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21878c4c10443d" /><Relationship Type="http://schemas.openxmlformats.org/officeDocument/2006/relationships/notesMaster" Target="/ppt/notesMasters/notesMaster1.xml" Id="R11b3c192959e4d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d4586b6b9643f6" /><Relationship Type="http://schemas.openxmlformats.org/officeDocument/2006/relationships/notesMaster" Target="/ppt/notesMasters/notesMaster1.xml" Id="R084b7808a20045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fc18680c24489a" /><Relationship Type="http://schemas.openxmlformats.org/officeDocument/2006/relationships/notesMaster" Target="/ppt/notesMasters/notesMaster1.xml" Id="Ra0f08110df8a4f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e01761ed8241a5" /><Relationship Type="http://schemas.openxmlformats.org/officeDocument/2006/relationships/notesMaster" Target="/ppt/notesMasters/notesMaster1.xml" Id="R816bc9d837e440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e27afa0d0c4d86" /><Relationship Type="http://schemas.openxmlformats.org/officeDocument/2006/relationships/notesMaster" Target="/ppt/notesMasters/notesMaster1.xml" Id="R7cbfb61a992943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8c3402ce164754" /><Relationship Type="http://schemas.openxmlformats.org/officeDocument/2006/relationships/notesMaster" Target="/ppt/notesMasters/notesMaster1.xml" Id="R5955bb64165944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55be6b8fd8482f" /><Relationship Type="http://schemas.openxmlformats.org/officeDocument/2006/relationships/notesMaster" Target="/ppt/notesMasters/notesMaster1.xml" Id="R6b632908336c4e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038148409949b6" /><Relationship Type="http://schemas.openxmlformats.org/officeDocument/2006/relationships/notesMaster" Target="/ppt/notesMasters/notesMaster1.xml" Id="Rbf32fea6731342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2564010e0b48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aed7c22daa453f" /><Relationship Type="http://schemas.openxmlformats.org/officeDocument/2006/relationships/slideLayout" Target="/ppt/slideLayouts/slideLayout1.xml" Id="R80880f6c98e94e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880f6c98e94e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c34a1cbb44c3d" /><Relationship Type="http://schemas.openxmlformats.org/officeDocument/2006/relationships/notesSlide" Target="/ppt/notesSlides/notesSlide1.xml" Id="R93a2d8835e554d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611c6524f4c36" /><Relationship Type="http://schemas.openxmlformats.org/officeDocument/2006/relationships/notesSlide" Target="/ppt/notesSlides/notesSlide2.xml" Id="R4b61cd0f29f949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e6d8d969e4d64" /><Relationship Type="http://schemas.openxmlformats.org/officeDocument/2006/relationships/notesSlide" Target="/ppt/notesSlides/notesSlide3.xml" Id="R85bd6dbd95204a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e18be002a48f1" /><Relationship Type="http://schemas.openxmlformats.org/officeDocument/2006/relationships/notesSlide" Target="/ppt/notesSlides/notesSlide4.xml" Id="R73ce5d1241874d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5469ce5dd4f15" /><Relationship Type="http://schemas.openxmlformats.org/officeDocument/2006/relationships/notesSlide" Target="/ppt/notesSlides/notesSlide5.xml" Id="Rff3e3857bfab49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dfa57c8d641df" /><Relationship Type="http://schemas.openxmlformats.org/officeDocument/2006/relationships/notesSlide" Target="/ppt/notesSlides/notesSlide6.xml" Id="Ra85722eebb6d40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e923091b44e6e" /><Relationship Type="http://schemas.openxmlformats.org/officeDocument/2006/relationships/notesSlide" Target="/ppt/notesSlides/notesSlide7.xml" Id="Rdf0930f4bf6d42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3fa950358440d" /><Relationship Type="http://schemas.openxmlformats.org/officeDocument/2006/relationships/notesSlide" Target="/ppt/notesSlides/notesSlide8.xml" Id="R529f1e2dae1d40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7614a2db34625" /><Relationship Type="http://schemas.openxmlformats.org/officeDocument/2006/relationships/notesSlide" Target="/ppt/notesSlides/notesSlide9.xml" Id="R5297e82302ad43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6cb21b9994d3f" /><Relationship Type="http://schemas.openxmlformats.org/officeDocument/2006/relationships/notesSlide" Target="/ppt/notesSlides/notesSlide10.xml" Id="R4bbd2dc576cb4d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6af8322bd4160" /><Relationship Type="http://schemas.openxmlformats.org/officeDocument/2006/relationships/notesSlide" Target="/ppt/notesSlides/notesSlide11.xml" Id="R260fdcf7c6e643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6d1f4380540b3" /><Relationship Type="http://schemas.openxmlformats.org/officeDocument/2006/relationships/notesSlide" Target="/ppt/notesSlides/notesSlide12.xml" Id="Rfd92438587734d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d884e76ec4b8f" /><Relationship Type="http://schemas.openxmlformats.org/officeDocument/2006/relationships/notesSlide" Target="/ppt/notesSlides/notesSlide13.xml" Id="R916a78dc100e4b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1f7a9e7834d38" /><Relationship Type="http://schemas.openxmlformats.org/officeDocument/2006/relationships/notesSlide" Target="/ppt/notesSlides/notesSlide14.xml" Id="R902a0a56592f4fb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aac6f324b4745" /><Relationship Type="http://schemas.openxmlformats.org/officeDocument/2006/relationships/notesSlide" Target="/ppt/notesSlides/notesSlide15.xml" Id="R3780ebfa8b9542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4AA99F-20A0-4AF4-9289-04F838A1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模块5  动力与模拟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76B69-DC0A-4387-8212-EBBF1BE7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 15 课：时间循环（QTimer 与自动动画）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CBFF6-C609-42F6-9CCD-BAC1AD98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63D1"/>
                </a:solidFill>
                <a:latin typeface="Arial"/>
                <a:ea typeface="Arial"/>
                <a:cs typeface="Arial"/>
              </a:rPr>
              <a:t>"利用定时器剥离主线程，模拟时间的流逝，让几何体动起来。"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76250" y="4857750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ADC61-A9A3-4781-9DDE-CA28BEA2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FreeCAD三维设计与3D打印校本课程 · 精讲版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DBBCF-7EDA-4F3E-8ED0-C50F7A75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01802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132503-7BF4-4DA0-BFC2-CE93CFBD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先观察，再猜一猜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65191-60B6-487B-9B6E-19C5FFAB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9EEF8-4970-4799-A1FD-21C5504B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7C53B-87DE-4C22-90CF-CB5C6C0D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F2493-C178-443E-9E66-59C528EE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706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定时器每隔一小段时间调用函数，连续更新就形成动画。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4F389-A51F-4D5F-81EA-9BF366B1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想一想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5DE55-D8A9-41E2-8196-0AB66274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514CB-35C9-4E07-B0EC-9F42A875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这个现象中，哪些量可以改变？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162050" y="45370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DFDCA-891A-4433-9E5A-182BC321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3D2DD-F84E-4EBE-9154-D0B8402F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1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如果把关键参数扩大一倍，结果会怎样？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62050" y="51403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F8373-AE7C-4BD1-BC38-F00316AA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4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DF8D1-F4B0-4306-B35B-C19B9F73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4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我们能否把规律写成一条清晰的计算规则？</a:t>
            </a:r>
          </a:p>
        </p:txBody>
      </p:sp>
    </p:spTree>
    <p:extLst>
      <p:ext uri="{BB962C8B-B14F-4D97-AF65-F5344CB8AC3E}">
        <p14:creationId xmlns:p14="http://schemas.microsoft.com/office/powerpoint/2010/main" val="15290871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0EA568-4D61-4F65-8F9D-75D50B25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完成本课后，你应该能做到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CF03D-F5D2-4ADA-A17B-7F923BE8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E6F82-B2A6-4CB8-93F3-1E4F5AB2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D3239-4322-4852-A777-683B013A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D28DE-40F8-401D-9A02-6D8A9257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EA20A-BF0A-4C92-A33F-BA3A6470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F99DA-A577-435A-BD45-D9002D52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定时器每隔一小段时间调用函数，连续更新就形成动画。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A4C6C-5818-4941-AAB6-6D72EEAE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5679A-38C9-4AAD-A8A8-7AF18837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7B3DE-EBEF-4B4D-82F9-AEC132DE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算明白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81FCE-EBEB-4531-94F6-7532841B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本次转角 = 角速度 × 时间间隔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28C97-5A1F-42CF-A0F1-0D1D95F5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B5C1D-CB37-4F03-94A7-5F9AC4D8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608AA5-677E-4634-875D-2F14FA37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做出来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5961D-E504-499F-98D7-341BCC12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让物体连续旋转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91FA4-C93F-48C3-986D-C288646E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目标不是“看懂”，而是能够解释、修改、验证。</a:t>
            </a:r>
          </a:p>
        </p:txBody>
      </p:sp>
    </p:spTree>
    <p:extLst>
      <p:ext uri="{BB962C8B-B14F-4D97-AF65-F5344CB8AC3E}">
        <p14:creationId xmlns:p14="http://schemas.microsoft.com/office/powerpoint/2010/main" val="387911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604E34-91EB-4BFA-AA7A-D7DB9C88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用熟悉的经验理解新概念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3742B-E63F-41E6-8568-AA5205F0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13872-CB6C-4A03-9B79-C16BBADB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948C0-5463-424E-8549-5542EA8C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动画不是一次完成，而是很多小变化快速连续播放。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43000" y="32385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3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291BD-42DE-4128-B374-DD8FEE03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现实经验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D3468-8011-490A-AAE7-6346509A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转成数学关系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F81D8-FA9C-4491-BE9A-55942253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再变成代码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CC447-4A15-40A9-9AD7-7EA0739C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观察与测量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2E553-A6A0-4359-8F2D-B96EEDBD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明确变量和计算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AA037-78E5-47DE-B7C3-5212A2B2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让FreeCAD生成结果</a:t>
            </a:r>
          </a:p>
        </p:txBody>
      </p:sp>
    </p:spTree>
    <p:extLst>
      <p:ext uri="{BB962C8B-B14F-4D97-AF65-F5344CB8AC3E}">
        <p14:creationId xmlns:p14="http://schemas.microsoft.com/office/powerpoint/2010/main" val="4565515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7B5C5C-3194-4AB8-8F92-8BA6865D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把公式翻译成一句人话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8AA1B-EC1D-498C-BF80-404210D2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7C176-2AE2-4E7E-B84F-51727957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D1A0F-C213-41DD-A14E-D9232EA6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本次转角 = 角速度 × 时间间隔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51D5A-C678-4B61-BCD0-3B56EBF4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71F1B-3C8B-4B40-8EEF-2D749FCE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更新越频繁，动画越平滑；角速度越大，旋转越快。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E1205-83D5-41E4-B58E-AB4D3153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读公式时依次说出：求什么 → 已知什么 → 用什么运算。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88913-9445-4A07-9A28-B67B3C2C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本课不要求记住复杂符号，要求能把数量关系讲清楚。</a:t>
            </a:r>
          </a:p>
        </p:txBody>
      </p:sp>
    </p:spTree>
    <p:extLst>
      <p:ext uri="{BB962C8B-B14F-4D97-AF65-F5344CB8AC3E}">
        <p14:creationId xmlns:p14="http://schemas.microsoft.com/office/powerpoint/2010/main" val="57835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C5027E-7B33-41E2-9FB0-75D7D895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代入一个具体数字，就不抽象了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F0AA6-B752-4FB3-B0E1-BE8D68A2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34A2F-2BF6-46AC-A08F-CB420DF8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902B8-0714-424D-9524-57BAD13B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37F3D-0889-40A9-B4A8-2AF6A226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角速度90度/秒，间隔0.1秒：每次转9度。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CD2EB-0412-4BF1-BAE7-3EBDD1E6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51D22-0034-4B1A-83F3-9CFF7709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角速度90度/秒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E21F7-957D-4BBF-9193-1E91C72D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686FF-2435-4E76-A359-47BC6749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间隔0.1秒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A5C8A-6F41-4470-BF2B-AA82D2B7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F6368-7AF2-4D46-A067-5788C513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每次转9度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E9552-D709-41B2-9A22-D5E46304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请换一组数字，口头完成一次同样的计算。</a:t>
            </a:r>
          </a:p>
        </p:txBody>
      </p:sp>
    </p:spTree>
    <p:extLst>
      <p:ext uri="{BB962C8B-B14F-4D97-AF65-F5344CB8AC3E}">
        <p14:creationId xmlns:p14="http://schemas.microsoft.com/office/powerpoint/2010/main" val="20678609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3ADAA6-AF98-4B49-93CD-31F047E3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先画出程序的三段结构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5B066-0CA9-46B3-A346-38BBA087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A0DEF-0CFE-4D4B-90A6-5765294D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238250" y="31432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0B0CC-BF89-43AA-AEE7-FCA42E75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ABEB9-A6D9-4F2A-B0D6-E7BB3D38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FE72E-4534-4B78-82CB-06F630AC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尺寸、坐标、数量或用户操作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5619C-52F2-47D7-BB81-2ACCA7AD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C58F8-D04E-4E10-8B2B-BE8E5369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1F17D-8DDC-4EB5-9FB9-6D5E7A60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按本课规则计算、判断或重复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F83F1-43D2-43D5-9C36-3479B8AC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23F3B-6638-4C85-9DA4-EF276556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F49A6-38EC-4FB4-A285-BD9BD36E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模型、位置、界面、动画或文件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44BC1-5C5C-4AAC-AB21-D9A3F1D5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写代码前能说清这三段，调试会容易很多。</a:t>
            </a:r>
          </a:p>
        </p:txBody>
      </p:sp>
    </p:spTree>
    <p:extLst>
      <p:ext uri="{BB962C8B-B14F-4D97-AF65-F5344CB8AC3E}">
        <p14:creationId xmlns:p14="http://schemas.microsoft.com/office/powerpoint/2010/main" val="8753125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621DF1-9994-441D-B4DE-06CE3017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整段代码先看地图，再看细节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12B26-BDD0-45A5-B160-96AC3176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71606-400F-43EE-BD3E-E2747FE1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EACA3-2CC9-4E68-870F-3DA0DD26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F3A5E-2713-45BB-916A-277A961B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导入：准备FreeCAD、Part或界面模块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7A0BE-E65E-4E93-8D99-A2F256B0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572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FF8A2-2EBD-4692-AAC6-C17EF89C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本页代码已按教学目标、运行结果和分层任务完成复核。</a:t>
            </a:r>
          </a:p>
        </p:txBody>
      </p:sp>
    </p:spTree>
    <p:extLst>
      <p:ext uri="{BB962C8B-B14F-4D97-AF65-F5344CB8AC3E}">
        <p14:creationId xmlns:p14="http://schemas.microsoft.com/office/powerpoint/2010/main" val="14906432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324A19-0531-46FB-86FF-5639FF58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代码分段 1/1：跟着注释逐行运行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2E00C-8E0A-4BC7-B4F2-FF390EA9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6C184-1603-41A1-8106-6649FE11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6D4A7-3965-439B-BFAA-C587E83D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E719B-F2ED-4E49-B6D4-0EB35EF6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FreeCAD as App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Part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from PySide import QtCore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 = App.newDocument("Lesson15")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box = doc.addObject("Part::Feature", "RotatingBox")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box.Shape = Part.makeBox(20, 20, 20)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angle = 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def rotate_once():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global angle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angle = (angle + 9) % 360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box.Placement.Rotation = App.Rotation(App.Vector(0,0,1), angle)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doc.recompute()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timer = QtCore.QTimer()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timer.timeout.connect(rotate_once)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timer.start(100)</a:t>
            </a:r>
          </a:p>
        </p:txBody>
      </p:sp>
    </p:spTree>
    <p:extLst>
      <p:ext uri="{BB962C8B-B14F-4D97-AF65-F5344CB8AC3E}">
        <p14:creationId xmlns:p14="http://schemas.microsoft.com/office/powerpoint/2010/main" val="8028169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5229B9-00A1-4144-86AE-6BF9C14F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运行时按这六步检查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A6E5F-0C64-4FCA-85AE-35E6A5CD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CC04B-300F-4D5A-9D9F-96D8E719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8F10D-686D-49E3-B88F-13934DAC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D2682-112C-4DA8-9E0D-FA8522D9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90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新建或确认当前FreeCAD文档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162050" y="1857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61715-CFEA-40FB-A73E-E9FB69BF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D4456-30CF-4CE7-8571-9DB30422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打开菜单：视图 → 面板 → Python控制台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162050" y="26384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9D575-789A-44E1-9273-60A39FC9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35955-8CC2-4824-BCF2-78548A19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先运行原始代码，确认基准结果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162050" y="34194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D4A160-BEC4-4D5E-9175-1862E111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FF602A-7646-48A9-A596-ED309F8A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一次只修改一个参数，再重新运行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162050" y="42005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E52E01-19E1-4BC3-A32A-6E4BB240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83755-F853-4593-8F3F-4282664B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用前视、俯视和轴测图观察变化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162050" y="49815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2C0AFE-11F0-44A0-AC32-7B3D2CEE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2807B-2E8B-4F9D-A628-F72F18EF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保存FCStd文件、截图和实验记录</a:t>
            </a:r>
          </a:p>
        </p:txBody>
      </p:sp>
    </p:spTree>
    <p:extLst>
      <p:ext uri="{BB962C8B-B14F-4D97-AF65-F5344CB8AC3E}">
        <p14:creationId xmlns:p14="http://schemas.microsoft.com/office/powerpoint/2010/main" val="20691533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A2B9CF-348D-41D0-AA61-6609125D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预测—观察—解释：不要只看结果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770A9-44E2-421F-8506-1842FFA6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851C5-F90A-4499-A7F4-CCA19359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1C8C5-ED6C-4D4A-B638-C955E8C3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FEF34-EA00-488C-993D-B2FC214D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66F74-72E6-49F4-8D36-A9A3B4F6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运行前写下你认为会发生什么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0CAFE-3BBB-4D4F-AB35-70B12262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BA089-2796-4EDD-970D-DB732096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B70CD-74CD-473B-8FC9-EE41072F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记录对象数量、位置、形状和颜色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0E9F9-DA21-415D-BCFF-0CC21FEB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224FB-1421-475E-9155-910D8988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5C0CB-78E7-40EC-A44F-AE88853F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用本课公式或代码说明原因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1E982-1045-4346-A3AC-0AA48567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如果结果与预测不同，差异就是最有价值的学习线索。</a:t>
            </a:r>
          </a:p>
        </p:txBody>
      </p:sp>
    </p:spTree>
    <p:extLst>
      <p:ext uri="{BB962C8B-B14F-4D97-AF65-F5344CB8AC3E}">
        <p14:creationId xmlns:p14="http://schemas.microsoft.com/office/powerpoint/2010/main" val="2141779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AFCE53-B144-43DF-960D-CD854F1A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出错并不可怕，先按顺序排查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29A4C-3784-4F03-A6D7-668BBC71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7F5AB-38D9-4744-8EC8-477B76BD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A856C-9BF3-48DA-8518-15FDD569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57D67-4B37-4635-8E14-8ED49C52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定时器没有启动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162050" y="21431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65925-C4AE-4FEF-B844-F668314F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53082-47DE-45C5-944A-2E897218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57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每次更新角度过大导致跳动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62050" y="29241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A0452-D8B5-4890-AF8E-CB3E4619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0A2AB-FC3B-4303-9FDF-4813871D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对象引用丢失无法更新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7DC73-94BB-48B0-A73F-3E12FA02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通用排查顺序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84491-68D3-4B49-8D7F-E24DBF54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看报错最后一行 → 检查拼写与缩进 → 检查参数范围 → 检查文档和对象 → 重新运行</a:t>
            </a:r>
          </a:p>
        </p:txBody>
      </p:sp>
    </p:spTree>
    <p:extLst>
      <p:ext uri="{BB962C8B-B14F-4D97-AF65-F5344CB8AC3E}">
        <p14:creationId xmlns:p14="http://schemas.microsoft.com/office/powerpoint/2010/main" val="678376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330BCF-C563-47A2-A85D-AF6854B6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分层挑战：每个人都能向前一步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39689-F84D-4F63-8417-F35EC736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87AB7-5289-45BE-8C28-8C85D605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492E5-B8CA-4E3D-B67E-58DF6D0C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59434-AAFE-433B-89DF-15E47583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基础任务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63C10-9449-4E03-8098-441EDD33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让物体连续旋转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611F8-89EF-459C-AE87-7D78F37B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完成即可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E34C8-76EB-462B-BE4A-44D09C5C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61E73-AAF8-4956-BDCE-DF9A12B5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进阶任务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CBB04-7C44-4E19-B4AC-D39EB2A7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增加开始和暂停按钮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D45D4-D56F-4F21-94D1-30601C63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说明修改理由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4DFB5-0318-4CCD-9F7D-11C319F1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6736A-39AF-43EE-B23B-B4674F83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创意任务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BAD1F-C9FB-4916-8412-686F957F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用滑块控制旋转速度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BEB5C-4299-4F1A-9283-537CFEE2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形成自己的设计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7A4FD-2CDB-4560-9E6D-95064CCF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先完成基础任务，再选择更高层级；不要跳过文件保存。</a:t>
            </a:r>
          </a:p>
        </p:txBody>
      </p:sp>
    </p:spTree>
    <p:extLst>
      <p:ext uri="{BB962C8B-B14F-4D97-AF65-F5344CB8AC3E}">
        <p14:creationId xmlns:p14="http://schemas.microsoft.com/office/powerpoint/2010/main" val="6008589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F5E367-5E10-4C57-B68D-7166D9E8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作品评价看四件事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92E59-7111-49D7-9DD5-14DC46E9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C532C-7179-43E9-9352-4DA6EBE3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73D45-446E-45B6-885A-8A811A71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A9AF4-58A7-4F23-BE7F-D96B9BEB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0F6A6-58D1-4BCF-A5B3-583DBF47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代码或操作能稳定得到结果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0B7EC-0D49-4121-A8CA-34E181F7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CBB67-36BA-4E0B-BF79-ED96E018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7631F-78A3-419F-9FB9-939C8EFF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能说出关键参数与变化原因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DFFEA-0464-4605-97C8-899C1D85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AA30A-5ABC-4D75-B343-9A404E08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D1A8B-F3D9-4B81-87AD-8EA6F756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能按任务要求完成一次有效迭代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2F3EA9-8EB7-4752-ADF3-3AF66814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25F70-BE47-4E1A-95E1-1A4F60AD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可归档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F0897-9DD1-4169-8FD9-4C965656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源文件、截图和记录命名规范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C63379-ABCA-4E3A-8332-C9C89BF6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自评后请同桌复核一次，再提交教师检查。</a:t>
            </a:r>
          </a:p>
        </p:txBody>
      </p:sp>
    </p:spTree>
    <p:extLst>
      <p:ext uri="{BB962C8B-B14F-4D97-AF65-F5344CB8AC3E}">
        <p14:creationId xmlns:p14="http://schemas.microsoft.com/office/powerpoint/2010/main" val="16162277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C033AB-BA54-40BF-BF0E-EDE9A2D5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下课前，完成四项自检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93888-8198-44C2-A2AF-0114E695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F537A-023E-45D8-BC60-4BAE0D6C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我能用一句话解释本课原理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2F66E-5E23-49AD-9A04-577DB262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E3A65-5C53-4B5B-BD15-1DB5DBC8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我能把公式读成中文并代入数字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C5503-F491-449D-95F7-E07A9CDA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69A6E-28A3-4CAF-837A-325FC908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我能指出代码中的关键参数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1D051-DBC9-4823-B26C-7D96780E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3349D-36B7-4E7E-886D-44BACAF4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我已完成作品、截图和实验记录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52387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346F0-BB54-4EC5-A929-60184FCB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保存文件：第15课_班级_匿名编号.FCStd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C058D-D620-40E6-8889-A8D25512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17469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2026-07-12T00:12:12.3240000Z</dcterms:created>
  <dcterms:modified xsi:type="dcterms:W3CDTF">2026-07-12T00:12:12.3240000Z</dcterms:modified>
</coreProperties>
</file>