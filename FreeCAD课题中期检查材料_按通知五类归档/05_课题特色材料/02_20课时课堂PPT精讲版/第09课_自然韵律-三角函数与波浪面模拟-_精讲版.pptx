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34ed10a77d4b81" /><Relationship Type="http://schemas.openxmlformats.org/officeDocument/2006/relationships/extended-properties" Target="/docProps/app.xml" Id="R6ce6693cb2c3431b" /><Relationship Type="http://schemas.openxmlformats.org/officeDocument/2006/relationships/officeDocument" Target="/ppt/presentation.xml" Id="R95879fc373e24d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c50686405e4bca"/>
  </p:sldMasterIdLst>
  <p:notesMasterIdLst>
    <p:notesMasterId xmlns:r="http://schemas.openxmlformats.org/officeDocument/2006/relationships" r:id="R5a8e2882fc8b4c2c"/>
  </p:notesMasterIdLst>
  <p:sldIdLst>
    <p:sldId xmlns:r="http://schemas.openxmlformats.org/officeDocument/2006/relationships" id="256" r:id="R4363eb4e9d0e4366"/>
    <p:sldId xmlns:r="http://schemas.openxmlformats.org/officeDocument/2006/relationships" id="257" r:id="R9364d9f862fb4449"/>
    <p:sldId xmlns:r="http://schemas.openxmlformats.org/officeDocument/2006/relationships" id="258" r:id="R51108c914255468f"/>
    <p:sldId xmlns:r="http://schemas.openxmlformats.org/officeDocument/2006/relationships" id="259" r:id="R712d1c62e9e945d3"/>
    <p:sldId xmlns:r="http://schemas.openxmlformats.org/officeDocument/2006/relationships" id="260" r:id="Red15581175534f47"/>
    <p:sldId xmlns:r="http://schemas.openxmlformats.org/officeDocument/2006/relationships" id="261" r:id="R6978154002084e82"/>
    <p:sldId xmlns:r="http://schemas.openxmlformats.org/officeDocument/2006/relationships" id="262" r:id="R7e59454534804bc7"/>
    <p:sldId xmlns:r="http://schemas.openxmlformats.org/officeDocument/2006/relationships" id="263" r:id="Re643ba69547f45de"/>
    <p:sldId xmlns:r="http://schemas.openxmlformats.org/officeDocument/2006/relationships" id="264" r:id="R051587a57f4646eb"/>
    <p:sldId xmlns:r="http://schemas.openxmlformats.org/officeDocument/2006/relationships" id="265" r:id="R4f3f9ca6d2804902"/>
    <p:sldId xmlns:r="http://schemas.openxmlformats.org/officeDocument/2006/relationships" id="266" r:id="R727bcadfa2674582"/>
    <p:sldId xmlns:r="http://schemas.openxmlformats.org/officeDocument/2006/relationships" id="267" r:id="Re52da5ffae924f3a"/>
    <p:sldId xmlns:r="http://schemas.openxmlformats.org/officeDocument/2006/relationships" id="268" r:id="Ra2d6965f2ca24210"/>
    <p:sldId xmlns:r="http://schemas.openxmlformats.org/officeDocument/2006/relationships" id="269" r:id="Rf64c4b3406b24017"/>
    <p:sldId xmlns:r="http://schemas.openxmlformats.org/officeDocument/2006/relationships" id="270" r:id="R542cca1c48224a4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584b266e944c0f" /><Relationship Type="http://schemas.openxmlformats.org/officeDocument/2006/relationships/slideMaster" Target="/ppt/slideMasters/slideMaster1.xml" Id="R8ec50686405e4bca" /><Relationship Type="http://schemas.openxmlformats.org/officeDocument/2006/relationships/notesMaster" Target="/ppt/notesMasters/notesMaster1.xml" Id="R5a8e2882fc8b4c2c" /><Relationship Type="http://schemas.openxmlformats.org/officeDocument/2006/relationships/presProps" Target="/ppt/presProps.xml" Id="R07e06a8152ff45c8" /><Relationship Type="http://schemas.openxmlformats.org/officeDocument/2006/relationships/tableStyles" Target="/ppt/tableStyles.xml" Id="Rcbbcad0ccce94ba0" /><Relationship Type="http://schemas.openxmlformats.org/officeDocument/2006/relationships/slide" Target="/ppt/slides/slide1.xml" Id="R4363eb4e9d0e4366" /><Relationship Type="http://schemas.openxmlformats.org/officeDocument/2006/relationships/slide" Target="/ppt/slides/slide2.xml" Id="R9364d9f862fb4449" /><Relationship Type="http://schemas.openxmlformats.org/officeDocument/2006/relationships/slide" Target="/ppt/slides/slide3.xml" Id="R51108c914255468f" /><Relationship Type="http://schemas.openxmlformats.org/officeDocument/2006/relationships/slide" Target="/ppt/slides/slide4.xml" Id="R712d1c62e9e945d3" /><Relationship Type="http://schemas.openxmlformats.org/officeDocument/2006/relationships/slide" Target="/ppt/slides/slide5.xml" Id="Red15581175534f47" /><Relationship Type="http://schemas.openxmlformats.org/officeDocument/2006/relationships/slide" Target="/ppt/slides/slide6.xml" Id="R6978154002084e82" /><Relationship Type="http://schemas.openxmlformats.org/officeDocument/2006/relationships/slide" Target="/ppt/slides/slide7.xml" Id="R7e59454534804bc7" /><Relationship Type="http://schemas.openxmlformats.org/officeDocument/2006/relationships/slide" Target="/ppt/slides/slide8.xml" Id="Re643ba69547f45de" /><Relationship Type="http://schemas.openxmlformats.org/officeDocument/2006/relationships/slide" Target="/ppt/slides/slide9.xml" Id="R051587a57f4646eb" /><Relationship Type="http://schemas.openxmlformats.org/officeDocument/2006/relationships/slide" Target="/ppt/slides/slide10.xml" Id="R4f3f9ca6d2804902" /><Relationship Type="http://schemas.openxmlformats.org/officeDocument/2006/relationships/slide" Target="/ppt/slides/slide11.xml" Id="R727bcadfa2674582" /><Relationship Type="http://schemas.openxmlformats.org/officeDocument/2006/relationships/slide" Target="/ppt/slides/slide12.xml" Id="Re52da5ffae924f3a" /><Relationship Type="http://schemas.openxmlformats.org/officeDocument/2006/relationships/slide" Target="/ppt/slides/slide13.xml" Id="Ra2d6965f2ca24210" /><Relationship Type="http://schemas.openxmlformats.org/officeDocument/2006/relationships/slide" Target="/ppt/slides/slide14.xml" Id="Rf64c4b3406b24017" /><Relationship Type="http://schemas.openxmlformats.org/officeDocument/2006/relationships/slide" Target="/ppt/slides/slide15.xml" Id="R542cca1c48224a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528bef6bba44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04aeb5b2cd44eb" /><Relationship Type="http://schemas.openxmlformats.org/officeDocument/2006/relationships/notesMaster" Target="/ppt/notesMasters/notesMaster1.xml" Id="Ra13c91b7d11748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97874e86a5471b" /><Relationship Type="http://schemas.openxmlformats.org/officeDocument/2006/relationships/notesMaster" Target="/ppt/notesMasters/notesMaster1.xml" Id="R7d50eeba07f94e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2e5b052aaf4f38" /><Relationship Type="http://schemas.openxmlformats.org/officeDocument/2006/relationships/notesMaster" Target="/ppt/notesMasters/notesMaster1.xml" Id="R64951d2355b443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96dd674f8f4425" /><Relationship Type="http://schemas.openxmlformats.org/officeDocument/2006/relationships/notesMaster" Target="/ppt/notesMasters/notesMaster1.xml" Id="R922ea0a853f74d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94441921304c59" /><Relationship Type="http://schemas.openxmlformats.org/officeDocument/2006/relationships/notesMaster" Target="/ppt/notesMasters/notesMaster1.xml" Id="R921df36e1b3240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3cadfc02114032" /><Relationship Type="http://schemas.openxmlformats.org/officeDocument/2006/relationships/notesMaster" Target="/ppt/notesMasters/notesMaster1.xml" Id="R96cce79eab844b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d746829f2f457e" /><Relationship Type="http://schemas.openxmlformats.org/officeDocument/2006/relationships/notesMaster" Target="/ppt/notesMasters/notesMaster1.xml" Id="R4c447bb31b304e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d669adca7142db" /><Relationship Type="http://schemas.openxmlformats.org/officeDocument/2006/relationships/notesMaster" Target="/ppt/notesMasters/notesMaster1.xml" Id="Re73d70b25bae4b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b4982c7134499a" /><Relationship Type="http://schemas.openxmlformats.org/officeDocument/2006/relationships/notesMaster" Target="/ppt/notesMasters/notesMaster1.xml" Id="Rfd856b98aa2845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94cd01bc424010" /><Relationship Type="http://schemas.openxmlformats.org/officeDocument/2006/relationships/notesMaster" Target="/ppt/notesMasters/notesMaster1.xml" Id="R720b7ff07c714c4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236852cd1744d1" /><Relationship Type="http://schemas.openxmlformats.org/officeDocument/2006/relationships/notesMaster" Target="/ppt/notesMasters/notesMaster1.xml" Id="R1ff2ec42e5df4c4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091e297ffe43ef" /><Relationship Type="http://schemas.openxmlformats.org/officeDocument/2006/relationships/notesMaster" Target="/ppt/notesMasters/notesMaster1.xml" Id="R279db9b1a0874ea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33b7aebceee43e8" /><Relationship Type="http://schemas.openxmlformats.org/officeDocument/2006/relationships/notesMaster" Target="/ppt/notesMasters/notesMaster1.xml" Id="R087887a999d54b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c11b6e300554f89" /><Relationship Type="http://schemas.openxmlformats.org/officeDocument/2006/relationships/notesMaster" Target="/ppt/notesMasters/notesMaster1.xml" Id="R436f82ad1c8146e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3c22149f0bf41bf" /><Relationship Type="http://schemas.openxmlformats.org/officeDocument/2006/relationships/notesMaster" Target="/ppt/notesMasters/notesMaster1.xml" Id="R43f85019e71a48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e80ef78ccf4e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ebc08812394d47" /><Relationship Type="http://schemas.openxmlformats.org/officeDocument/2006/relationships/slideLayout" Target="/ppt/slideLayouts/slideLayout1.xml" Id="R2cf747a9665f4e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f747a9665f4e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366ca358c4706" /><Relationship Type="http://schemas.openxmlformats.org/officeDocument/2006/relationships/notesSlide" Target="/ppt/notesSlides/notesSlide1.xml" Id="R31951270c26642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914fe103d4221" /><Relationship Type="http://schemas.openxmlformats.org/officeDocument/2006/relationships/notesSlide" Target="/ppt/notesSlides/notesSlide2.xml" Id="R56c01b29e2fe4a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144f6d1384290" /><Relationship Type="http://schemas.openxmlformats.org/officeDocument/2006/relationships/notesSlide" Target="/ppt/notesSlides/notesSlide3.xml" Id="R6587d81e7c0a42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e690f6c4b437c" /><Relationship Type="http://schemas.openxmlformats.org/officeDocument/2006/relationships/notesSlide" Target="/ppt/notesSlides/notesSlide4.xml" Id="R5ae77a93316b4c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e4aecdc03487b" /><Relationship Type="http://schemas.openxmlformats.org/officeDocument/2006/relationships/notesSlide" Target="/ppt/notesSlides/notesSlide5.xml" Id="R8403f37dafdc43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6ecfc2e664f1e" /><Relationship Type="http://schemas.openxmlformats.org/officeDocument/2006/relationships/notesSlide" Target="/ppt/notesSlides/notesSlide6.xml" Id="Rb94b09ca26ba45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98b4817674932" /><Relationship Type="http://schemas.openxmlformats.org/officeDocument/2006/relationships/notesSlide" Target="/ppt/notesSlides/notesSlide7.xml" Id="R682e94571aa84f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c252830e8496c" /><Relationship Type="http://schemas.openxmlformats.org/officeDocument/2006/relationships/notesSlide" Target="/ppt/notesSlides/notesSlide8.xml" Id="R869b4dc3f1e944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20e851eed4007" /><Relationship Type="http://schemas.openxmlformats.org/officeDocument/2006/relationships/notesSlide" Target="/ppt/notesSlides/notesSlide9.xml" Id="R1cc1f2ec024f41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8a910182940c7" /><Relationship Type="http://schemas.openxmlformats.org/officeDocument/2006/relationships/notesSlide" Target="/ppt/notesSlides/notesSlide10.xml" Id="R89decf582ea34c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61439ead9445b" /><Relationship Type="http://schemas.openxmlformats.org/officeDocument/2006/relationships/notesSlide" Target="/ppt/notesSlides/notesSlide11.xml" Id="Rc438943106384b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b598952cb40ff" /><Relationship Type="http://schemas.openxmlformats.org/officeDocument/2006/relationships/notesSlide" Target="/ppt/notesSlides/notesSlide12.xml" Id="R0c64bad2ab8046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cb6b50f614608" /><Relationship Type="http://schemas.openxmlformats.org/officeDocument/2006/relationships/notesSlide" Target="/ppt/notesSlides/notesSlide13.xml" Id="Rfdf8e16f30084e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906fa8ab042d0" /><Relationship Type="http://schemas.openxmlformats.org/officeDocument/2006/relationships/notesSlide" Target="/ppt/notesSlides/notesSlide14.xml" Id="R294b8246cd05459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bc7d658dd4bef" /><Relationship Type="http://schemas.openxmlformats.org/officeDocument/2006/relationships/notesSlide" Target="/ppt/notesSlides/notesSlide15.xml" Id="Re38530503eec4b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624749-D11E-47F9-AF61-C0A18B63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模块3  数学之美与算法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AC92B-42CB-4D69-9464-6B2A80B6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第 9 课：自然韵律（三角函数与波浪面模拟）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79C29-F29F-4E69-9948-9F94FE42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242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63D1"/>
                </a:solidFill>
                <a:latin typeface="Arial"/>
                <a:ea typeface="Arial"/>
                <a:cs typeface="Arial"/>
              </a:rPr>
              <a:t>"正弦和余弦函数描述了自然界中的声波、水波以及电磁波的周期性变化。"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76250" y="4857750"/>
            <a:ext cx="11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70C6F-E224-4282-A222-89D8B0D0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11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FreeCAD三维设计与3D打印校本课程 · 精讲版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F4580-0503-41F0-9F24-5D5646A9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051665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507AAC-624E-46DC-87D8-55298E98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先观察，再猜一猜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BFC91-CECD-40E8-93E6-75B1FEBF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第09课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6C0FD-732A-4C92-B2FD-E9B0BACE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D3E9E-1F9F-48E3-839F-1B1F0106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922C4-937A-48DD-A502-95692D39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10706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正弦函数描述重复起伏，可把角度映射成波浪高度。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501E9-541C-43B7-BBFC-DF9B9B73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想一想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C2379-6099-4A59-BCA3-9683012A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57B23-20B8-4FB0-931F-EE4907B5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这个现象中，哪些量可以改变？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162050" y="45370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70B96F-36B7-479E-8DFB-3D2D205F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51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6262D-4D2F-452D-92A2-BD2DCF48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51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如果把关键参数扩大一倍，结果会怎样？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162050" y="51403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B0559-1DEA-421D-885D-9B67804F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4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0C0D73-76AD-4BE2-AC99-801F334F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4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我们能否把规律写成一条清晰的计算规则？</a:t>
            </a:r>
          </a:p>
        </p:txBody>
      </p:sp>
    </p:spTree>
    <p:extLst>
      <p:ext uri="{BB962C8B-B14F-4D97-AF65-F5344CB8AC3E}">
        <p14:creationId xmlns:p14="http://schemas.microsoft.com/office/powerpoint/2010/main" val="8479990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E4EC12-AA47-4C35-AAE7-70CECA64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完成本课后，你应该能做到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F989C-0686-4F7E-937C-93856316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第09课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96EB8-1E58-4912-830F-746E6F29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8083A-56B0-4AD9-960E-CE7019A2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1B33C-72EC-4A41-BD5E-8BE19634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0416C-1E4C-422F-90F3-12F0BC7B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说清楚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41D69-8B8F-465D-BB05-690A89CC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正弦函数描述重复起伏，可把角度映射成波浪高度。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52C7F-937B-4298-BC73-FF5C3534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FD90A-1E43-4924-A35B-C1771BB9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ABD8DC-95AD-4CA5-95D3-BA7385E1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算明白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6C7C3-3EC0-48EE-B91C-87EE458A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高度 = 振幅 × sin（角度）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813C8E-1C83-4C6A-A1BE-86615FAC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A13A35-1D93-4B00-85FC-99249525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52F6E-7ABD-475F-A12A-14DB1E63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做出来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75679-BC6A-47F6-8D06-A11DAA5F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把振幅从5改为10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5D24F6-8F67-4BE3-9AA4-4FC85A42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目标不是“看懂”，而是能够解释、修改、验证。</a:t>
            </a:r>
          </a:p>
        </p:txBody>
      </p:sp>
    </p:spTree>
    <p:extLst>
      <p:ext uri="{BB962C8B-B14F-4D97-AF65-F5344CB8AC3E}">
        <p14:creationId xmlns:p14="http://schemas.microsoft.com/office/powerpoint/2010/main" val="4129437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CEF572-E6B5-4E9E-8077-2BF71477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用熟悉的经验理解新概念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DE773-6385-4A3F-BB4E-B521B1A5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第09课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1580A-3BD2-4878-8BCE-170DA28E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3F494-C3FB-46AE-B354-B11481FC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像水面波纹：位置不断前进，高度上下周期变化。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1143000" y="3238500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3D9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ACCFC-4B04-4D25-9B31-04B6B243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现实经验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0CBD0-88CE-4E6E-BBAF-B97C8F81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转成数学关系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E0150-464C-415D-BAC8-414FF271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再变成代码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3F28D-80DE-432C-8F88-9E68586C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观察与测量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E71D1-7668-4099-AE9C-E47496D5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明确变量和计算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900DFB-7166-471D-9744-04C9FACD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让FreeCAD生成结果</a:t>
            </a:r>
          </a:p>
        </p:txBody>
      </p:sp>
    </p:spTree>
    <p:extLst>
      <p:ext uri="{BB962C8B-B14F-4D97-AF65-F5344CB8AC3E}">
        <p14:creationId xmlns:p14="http://schemas.microsoft.com/office/powerpoint/2010/main" val="15096969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31C55B-3EB8-4642-AC9D-33350E9A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把公式翻译成一句人话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00BBE-5225-421E-9032-1FB63C52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第09课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BD0A8-A66B-4BE2-B9C6-475E872D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73415-5B0A-4B50-9F4C-DF3964DE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高度 = 振幅 × sin（角度）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91EAB-4D80-44DE-8916-87A1B7B2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5D489-3E68-46B6-BEC4-02E553CB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振幅决定波有多高，频率决定波有多密。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CD314-9D30-43BE-9341-BFCA6DA3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读公式时依次说出：求什么 → 已知什么 → 用什么运算。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EDED0-7CDD-4211-B266-D6CB8CA1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本课不要求记住复杂符号，要求能把数量关系讲清楚。</a:t>
            </a:r>
          </a:p>
        </p:txBody>
      </p:sp>
    </p:spTree>
    <p:extLst>
      <p:ext uri="{BB962C8B-B14F-4D97-AF65-F5344CB8AC3E}">
        <p14:creationId xmlns:p14="http://schemas.microsoft.com/office/powerpoint/2010/main" val="20589658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553876-8E44-4264-A59B-A78EDCD8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代入一个具体数字，就不抽象了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210D2-ADD7-4E16-AB6E-58547842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第09课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D5D3C-DBEE-4A1B-8F3D-8B281137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2D712-CED8-416C-B40C-432FAFB0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A6D12-45E7-4E14-A4AA-82277A8A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振幅5毫米时，最高点约为+5毫米，最低点约为−5毫米。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13903-F640-4A5B-9406-AE698700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0C38F9-1219-4A43-8E9C-49BE3B33A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振幅5毫米时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DB102-3189-4D89-A67C-B923BCF3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A1DF5-8297-435D-A1C4-CEC778D4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最高点约为+5毫米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8BD03-C1A2-40B5-8EF4-420EEC18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05DBF-F7F6-4A91-B1DA-2849C51E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最低点约为−5毫米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02B9A7-F6CC-454F-8ABF-DECCDC32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请换一组数字，口头完成一次同样的计算。</a:t>
            </a:r>
          </a:p>
        </p:txBody>
      </p:sp>
    </p:spTree>
    <p:extLst>
      <p:ext uri="{BB962C8B-B14F-4D97-AF65-F5344CB8AC3E}">
        <p14:creationId xmlns:p14="http://schemas.microsoft.com/office/powerpoint/2010/main" val="10912769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A35E40-0789-4F4F-ABAB-35947CBF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先画出程序的三段结构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656C0-820C-4074-A2F3-EADA8118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第09课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9D7D9-9E72-47CA-B62C-90E5D61C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1238250" y="3143250"/>
            <a:ext cx="9667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B2ABA-2D10-4D4F-8CBC-819338A7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1188A-2ACC-4E71-AEAB-4185040B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29177-2CDD-4E01-9CE0-F0F8270D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尺寸、坐标、数量或用户操作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A867E-DBEB-41E3-ABB0-9B94F8B6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9096"/>
          </a:solidFill>
          <a:ln xmlns:a="http://schemas.openxmlformats.org/drawingml/2006/main" w="9525">
            <a:solidFill>
              <a:srgbClr val="0B909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8EA8B-8486-4456-893C-EE32F6C0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4DF54-C721-4D34-AC7F-D2A1CA2B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按本课规则计算、判断或重复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C32A84-9668-45C6-BAF5-A33BED85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73D245-E43E-460A-A90B-C3E9FED1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7FE9E-AA15-4585-9DFC-0EB92D6C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模型、位置、界面、动画或文件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A9B86-ED57-4AEB-8713-A5FA6C67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写代码前能说清这三段，调试会容易很多。</a:t>
            </a:r>
          </a:p>
        </p:txBody>
      </p:sp>
    </p:spTree>
    <p:extLst>
      <p:ext uri="{BB962C8B-B14F-4D97-AF65-F5344CB8AC3E}">
        <p14:creationId xmlns:p14="http://schemas.microsoft.com/office/powerpoint/2010/main" val="2996690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EF073C-C972-439B-A22E-1355B059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整段代码先看地图，再看细节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A8275-4548-4FD8-BEF5-D316F4F7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第09课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F1FFE-8409-42DF-AFA2-B2EE4385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398AD-684C-4880-A83B-1386CA1D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3A5A4-3C47-4522-A047-58D464E3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81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导入：准备FreeCAD、Part或界面模块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1162050" y="20478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C863C-4637-4DDF-9FD0-D1444028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621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08931A-57A1-45B3-AE91-71AE94B2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621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文档：取得当前文档，没有则新建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1162050" y="28289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D94EF-C268-421B-A453-5B43285D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432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5EBA1-67DD-4678-A30C-63B78CBB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432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建模：创建几何体并加入文档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1162050" y="36099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5CAC3-3656-4D20-A4E4-ACC48C55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242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4B510-C0A3-4CCA-B0E6-2C245614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242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重复：循环变量控制次数和位置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1162050" y="43910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8A4A2-E69E-4E58-B1AD-C4BD45E2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D0B0E6-65D5-4C78-839B-15B1475B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053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刷新：重新计算并更新三维视图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1C886E-6517-4D64-8C89-B158B2D1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0572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629652-8A8E-4629-BF63-694264BE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本页代码已按教学目标、运行结果和分层任务完成复核。</a:t>
            </a:r>
          </a:p>
        </p:txBody>
      </p:sp>
    </p:spTree>
    <p:extLst>
      <p:ext uri="{BB962C8B-B14F-4D97-AF65-F5344CB8AC3E}">
        <p14:creationId xmlns:p14="http://schemas.microsoft.com/office/powerpoint/2010/main" val="15678085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EB3B5B-8B1F-4430-8062-0F3B656F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代码分段 1/1：跟着注释逐行运行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A1B3F-BF27-4EC0-AB9F-89B39D50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第09课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03463-8F6A-4AB4-BA34-EF5D07E0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62B37-ACAB-4A1D-BA7D-2215F87A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4953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15232D"/>
          </a:solidFill>
          <a:ln xmlns:a="http://schemas.openxmlformats.org/drawingml/2006/main" w="9525">
            <a:solidFill>
              <a:srgbClr val="1523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49A41-2A43-4CCE-A652-D3005FE1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63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math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FreeCAD as App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Part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doc = App.newDocument("Lesson09")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points = [App.Vector(x, 0, 5*math.sin(math.radians(x*12)))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      for x in range(31)]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wave = doc.addObject("Part::Feature", "Wave")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wave.Shape = Part.makePolygon(points)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doc.recompute()</a:t>
            </a:r>
          </a:p>
        </p:txBody>
      </p:sp>
    </p:spTree>
    <p:extLst>
      <p:ext uri="{BB962C8B-B14F-4D97-AF65-F5344CB8AC3E}">
        <p14:creationId xmlns:p14="http://schemas.microsoft.com/office/powerpoint/2010/main" val="2731496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ACED8D-0B60-40F1-94B4-97737646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运行时按这六步检查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8999A-0B06-4F0C-BE61-847E0081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第09课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ED440-18A7-44C8-84BC-4449C590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E9C94-F757-40B9-9C4B-FF3E7633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60833-863B-4587-A294-08F9F73A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190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新建或确认当前FreeCAD文档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1162050" y="18573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E0386-BBF6-4370-BF48-680E187A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AFC74-CAEF-4044-8C9F-C51FB0F3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716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打开菜单：视图 → 面板 → Python控制台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1162050" y="26384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8782B-EB6C-4DC6-99AF-BC000F79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74676-DE56-491B-8A0B-2086E863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527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先运行原始代码，确认基准结果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1162050" y="34194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84B87-B264-41D6-AEC5-7B55B22A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4E1A21-8C26-469F-934F-206050C0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337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一次只修改一个参数，再重新运行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1162050" y="42005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F0262D-6F45-458E-801D-1739C545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E1E089-82AB-41EE-A76B-D2C8379F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用前视、俯视和轴测图观察变化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1162050" y="49815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9D1792-5FE2-466E-B995-52186CE2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8390F5-9F56-4FBB-8848-8D57C49B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958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保存FCStd文件、截图和实验记录</a:t>
            </a:r>
          </a:p>
        </p:txBody>
      </p:sp>
    </p:spTree>
    <p:extLst>
      <p:ext uri="{BB962C8B-B14F-4D97-AF65-F5344CB8AC3E}">
        <p14:creationId xmlns:p14="http://schemas.microsoft.com/office/powerpoint/2010/main" val="2964251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2B04AA-5D3B-4EEE-B732-85BF53D7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预测—观察—解释：不要只看结果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655D4-DF2E-460B-A15A-6724AAB9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第09课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37EA8-496E-4345-97D1-A376C86D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90493-7DFD-45C9-9F63-BD503B9D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7C75D-9043-4A47-AA44-438BA20E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F6DE8-B9C5-4BA9-91B4-569FAF0B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运行前写下你认为会发生什么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AE783-158A-49A7-A0A8-4B21A74D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9CEFC-2E09-49E9-BF9C-A5D596AA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62FD0-8B68-40E4-BD7B-BC5C8CCE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记录对象数量、位置、形状和颜色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B21B9-CF87-40E5-A390-65EA0575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C35A3-97ED-47E7-9567-31452939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82DF14-1C3D-4687-B088-5EFDD806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用本课公式或代码说明原因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35307-F7CC-4942-9325-D6C22277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如果结果与预测不同，差异就是最有价值的学习线索。</a:t>
            </a:r>
          </a:p>
        </p:txBody>
      </p:sp>
    </p:spTree>
    <p:extLst>
      <p:ext uri="{BB962C8B-B14F-4D97-AF65-F5344CB8AC3E}">
        <p14:creationId xmlns:p14="http://schemas.microsoft.com/office/powerpoint/2010/main" val="14384185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531904-BDE4-4FFC-B1AB-166DA9F3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出错并不可怕，先按顺序排查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A9020-3FC5-47BE-97EF-A8C1EF3F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第09课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BBE4F-F6EF-474E-AA94-B628C740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F6E43-943E-4ED1-AB4F-A94BDCB8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99882A-63B0-4F7C-8B1B-58E238B8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角度与弧度混用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1162050" y="21431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12F13-8FB1-4677-89CD-90D9B5E0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A3D17-7983-40A8-A186-95190FE4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574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点太少导致曲线折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1162050" y="29241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7FD6F-3A9D-4C4F-92DE-4A46AC9D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243ED-CA31-4567-BAF1-14FEF794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384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振幅过大导致模型失控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5317C1-B3BD-4A77-B904-F38AE914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通用排查顺序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4A3CD-B8C4-4462-90CB-2545CCD6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看报错最后一行 → 检查拼写与缩进 → 检查参数范围 → 检查文档和对象 → 重新运行</a:t>
            </a:r>
          </a:p>
        </p:txBody>
      </p:sp>
    </p:spTree>
    <p:extLst>
      <p:ext uri="{BB962C8B-B14F-4D97-AF65-F5344CB8AC3E}">
        <p14:creationId xmlns:p14="http://schemas.microsoft.com/office/powerpoint/2010/main" val="6018902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E54F74-EC7E-4CBA-AA5F-C812A197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分层挑战：每个人都能向前一步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D8513-B1A3-47A9-8723-D0A48EDE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第09课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55C3D-51D4-49EA-BCC1-B4BC8B09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3E215-B053-4462-A443-127BB78B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AD673-5F02-41D9-975F-7307D546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基础任务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EC4310-B0E5-4C3B-8698-C6B043F8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把振幅从5改为10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5160DD-2986-48C9-B1F5-A66A9D1E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完成即可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BD98F-734C-462A-A65D-64A94769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720BD-F9F2-4C19-8381-52DFB1E0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进阶任务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5522D-28A0-4426-9E87-0D641B5E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改变频率观察波纹密度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B540B-5E7B-423F-94B5-0C546E07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说明修改理由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A72E5-9D69-475F-9DAA-44EFA16C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95B60-6E71-4A39-AA2B-61323984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创意任务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CF08A5-7F68-4876-B121-02970E38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生成两条不同相位的波线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B8D5F3-165C-4259-84E6-C9E5E9FA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形成自己的设计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3B7383-8068-439F-AB43-D73C9BA1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先完成基础任务，再选择更高层级；不要跳过文件保存。</a:t>
            </a:r>
          </a:p>
        </p:txBody>
      </p:sp>
    </p:spTree>
    <p:extLst>
      <p:ext uri="{BB962C8B-B14F-4D97-AF65-F5344CB8AC3E}">
        <p14:creationId xmlns:p14="http://schemas.microsoft.com/office/powerpoint/2010/main" val="20792857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13B1B8-6D57-47EC-8285-9577ECA7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作品评价看四件事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A533D-8BB5-4281-AFC5-1CE93A18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第09课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13D1A-CECC-4430-A24B-E8F2A1F0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519C6-7F60-42C9-BCCA-CCB43A3E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2FC4E-1713-4731-A083-39A9A62D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09AB3-5571-4F4C-8909-BBA24757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代码或操作能稳定得到结果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1CF37-C72E-4340-8E8C-411D2580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549A8-88EC-42C4-8D56-D9C59DC6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55676-CD66-4B7D-8A95-5AA85CEE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能说出关键参数与变化原因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94B28-8559-42AE-9B28-12AC07E3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DE0FC-E164-4866-AE4B-5ADCFA03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可修改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02E8E9-E158-47C0-BC48-76AE8807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能按任务要求完成一次有效迭代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92B8A6-ECCE-42EA-8E5F-6AD12F76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C29B1C-7679-4289-A80E-A2F21137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可归档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2497B5-1B4C-41E3-8439-89691BC4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源文件、截图和记录命名规范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75094-7835-44CE-9625-D49B89F2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自评后请同桌复核一次，再提交教师检查。</a:t>
            </a:r>
          </a:p>
        </p:txBody>
      </p:sp>
    </p:spTree>
    <p:extLst>
      <p:ext uri="{BB962C8B-B14F-4D97-AF65-F5344CB8AC3E}">
        <p14:creationId xmlns:p14="http://schemas.microsoft.com/office/powerpoint/2010/main" val="17643687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9CBA84-3A97-4F05-B445-38E13D8A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下课前，完成四项自检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110C3-706F-4D7E-843C-DA836E02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FCA5A-AEEC-417E-93E6-5AA02626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71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我能用一句话解释本课原理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6FA16-7416-403A-8175-CA943B0C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7E08E-F4FA-4EBD-9DC2-0391B25B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717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我能把公式读成中文并代入数字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3A22D-CB2D-4B4E-A0C1-7AF1661C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28BE4D-C73F-4BF2-956D-DC8FC3B3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我能指出代码中的关键参数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464A9-EEAC-46FC-A54A-7BA011DC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775CF6-BB95-4BCE-A849-B4EC7E70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719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我已完成作品、截图和实验记录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52387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BE3374-EBA5-4358-8C96-EACE64F0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保存文件：第09课_班级_匿名编号.FCStd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AD92EE-0881-4DD6-A7CA-91733F0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88413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2026-07-12T00:12:10.6000000Z</dcterms:created>
  <dcterms:modified xsi:type="dcterms:W3CDTF">2026-07-12T00:12:10.6010000Z</dcterms:modified>
</coreProperties>
</file>