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0d3486a8c4e8c" /><Relationship Type="http://schemas.openxmlformats.org/officeDocument/2006/relationships/extended-properties" Target="/docProps/app.xml" Id="R7aa53dd37b2042e6" /><Relationship Type="http://schemas.openxmlformats.org/officeDocument/2006/relationships/officeDocument" Target="/ppt/presentation.xml" Id="R687ecd48ec45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9db01d8674005"/>
  </p:sldMasterIdLst>
  <p:notesMasterIdLst>
    <p:notesMasterId xmlns:r="http://schemas.openxmlformats.org/officeDocument/2006/relationships" r:id="Reea296932b344154"/>
  </p:notesMasterIdLst>
  <p:sldIdLst>
    <p:sldId xmlns:r="http://schemas.openxmlformats.org/officeDocument/2006/relationships" id="256" r:id="R3929b0797a3d4966"/>
    <p:sldId xmlns:r="http://schemas.openxmlformats.org/officeDocument/2006/relationships" id="257" r:id="Re2de1a080ccb4103"/>
    <p:sldId xmlns:r="http://schemas.openxmlformats.org/officeDocument/2006/relationships" id="258" r:id="R628c091ae6a14a17"/>
    <p:sldId xmlns:r="http://schemas.openxmlformats.org/officeDocument/2006/relationships" id="259" r:id="Rd2a52eb23e5144a4"/>
    <p:sldId xmlns:r="http://schemas.openxmlformats.org/officeDocument/2006/relationships" id="260" r:id="Rc335ee2dcddf4a72"/>
    <p:sldId xmlns:r="http://schemas.openxmlformats.org/officeDocument/2006/relationships" id="261" r:id="R087acaee5bc84dea"/>
    <p:sldId xmlns:r="http://schemas.openxmlformats.org/officeDocument/2006/relationships" id="262" r:id="R0f65a6cf9be14b4c"/>
    <p:sldId xmlns:r="http://schemas.openxmlformats.org/officeDocument/2006/relationships" id="263" r:id="R29bd35ce36974cfc"/>
    <p:sldId xmlns:r="http://schemas.openxmlformats.org/officeDocument/2006/relationships" id="264" r:id="Redeaa58314834468"/>
    <p:sldId xmlns:r="http://schemas.openxmlformats.org/officeDocument/2006/relationships" id="265" r:id="Rff9ced677ee44a0b"/>
    <p:sldId xmlns:r="http://schemas.openxmlformats.org/officeDocument/2006/relationships" id="266" r:id="Rb4dccc0f05be4d61"/>
    <p:sldId xmlns:r="http://schemas.openxmlformats.org/officeDocument/2006/relationships" id="267" r:id="R6490c2a179d14bd7"/>
    <p:sldId xmlns:r="http://schemas.openxmlformats.org/officeDocument/2006/relationships" id="268" r:id="Rbd7ec88d605a4422"/>
    <p:sldId xmlns:r="http://schemas.openxmlformats.org/officeDocument/2006/relationships" id="269" r:id="R4c8b99578d034750"/>
    <p:sldId xmlns:r="http://schemas.openxmlformats.org/officeDocument/2006/relationships" id="270" r:id="R94e46e8d7a3d45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840fdff074661" /><Relationship Type="http://schemas.openxmlformats.org/officeDocument/2006/relationships/slideMaster" Target="/ppt/slideMasters/slideMaster1.xml" Id="R7849db01d8674005" /><Relationship Type="http://schemas.openxmlformats.org/officeDocument/2006/relationships/notesMaster" Target="/ppt/notesMasters/notesMaster1.xml" Id="Reea296932b344154" /><Relationship Type="http://schemas.openxmlformats.org/officeDocument/2006/relationships/presProps" Target="/ppt/presProps.xml" Id="R7d7a8979a25c478d" /><Relationship Type="http://schemas.openxmlformats.org/officeDocument/2006/relationships/tableStyles" Target="/ppt/tableStyles.xml" Id="R264bcffb497d4189" /><Relationship Type="http://schemas.openxmlformats.org/officeDocument/2006/relationships/slide" Target="/ppt/slides/slide1.xml" Id="R3929b0797a3d4966" /><Relationship Type="http://schemas.openxmlformats.org/officeDocument/2006/relationships/slide" Target="/ppt/slides/slide2.xml" Id="Re2de1a080ccb4103" /><Relationship Type="http://schemas.openxmlformats.org/officeDocument/2006/relationships/slide" Target="/ppt/slides/slide3.xml" Id="R628c091ae6a14a17" /><Relationship Type="http://schemas.openxmlformats.org/officeDocument/2006/relationships/slide" Target="/ppt/slides/slide4.xml" Id="Rd2a52eb23e5144a4" /><Relationship Type="http://schemas.openxmlformats.org/officeDocument/2006/relationships/slide" Target="/ppt/slides/slide5.xml" Id="Rc335ee2dcddf4a72" /><Relationship Type="http://schemas.openxmlformats.org/officeDocument/2006/relationships/slide" Target="/ppt/slides/slide6.xml" Id="R087acaee5bc84dea" /><Relationship Type="http://schemas.openxmlformats.org/officeDocument/2006/relationships/slide" Target="/ppt/slides/slide7.xml" Id="R0f65a6cf9be14b4c" /><Relationship Type="http://schemas.openxmlformats.org/officeDocument/2006/relationships/slide" Target="/ppt/slides/slide8.xml" Id="R29bd35ce36974cfc" /><Relationship Type="http://schemas.openxmlformats.org/officeDocument/2006/relationships/slide" Target="/ppt/slides/slide9.xml" Id="Redeaa58314834468" /><Relationship Type="http://schemas.openxmlformats.org/officeDocument/2006/relationships/slide" Target="/ppt/slides/slide10.xml" Id="Rff9ced677ee44a0b" /><Relationship Type="http://schemas.openxmlformats.org/officeDocument/2006/relationships/slide" Target="/ppt/slides/slide11.xml" Id="Rb4dccc0f05be4d61" /><Relationship Type="http://schemas.openxmlformats.org/officeDocument/2006/relationships/slide" Target="/ppt/slides/slide12.xml" Id="R6490c2a179d14bd7" /><Relationship Type="http://schemas.openxmlformats.org/officeDocument/2006/relationships/slide" Target="/ppt/slides/slide13.xml" Id="Rbd7ec88d605a4422" /><Relationship Type="http://schemas.openxmlformats.org/officeDocument/2006/relationships/slide" Target="/ppt/slides/slide14.xml" Id="R4c8b99578d034750" /><Relationship Type="http://schemas.openxmlformats.org/officeDocument/2006/relationships/slide" Target="/ppt/slides/slide15.xml" Id="R94e46e8d7a3d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a233101cff49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ac37cb0c742de" /><Relationship Type="http://schemas.openxmlformats.org/officeDocument/2006/relationships/notesMaster" Target="/ppt/notesMasters/notesMaster1.xml" Id="R7973a4cb6079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74d2097e6f4466" /><Relationship Type="http://schemas.openxmlformats.org/officeDocument/2006/relationships/notesMaster" Target="/ppt/notesMasters/notesMaster1.xml" Id="R63f4c472c77642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f6388bb2904745" /><Relationship Type="http://schemas.openxmlformats.org/officeDocument/2006/relationships/notesMaster" Target="/ppt/notesMasters/notesMaster1.xml" Id="R08fdf3f051524f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f896d2c3884014" /><Relationship Type="http://schemas.openxmlformats.org/officeDocument/2006/relationships/notesMaster" Target="/ppt/notesMasters/notesMaster1.xml" Id="Rc15761ae83eb40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2fa35e529444e3" /><Relationship Type="http://schemas.openxmlformats.org/officeDocument/2006/relationships/notesMaster" Target="/ppt/notesMasters/notesMaster1.xml" Id="R89f2ff226dfe44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25619f7e841be" /><Relationship Type="http://schemas.openxmlformats.org/officeDocument/2006/relationships/notesMaster" Target="/ppt/notesMasters/notesMaster1.xml" Id="Recaf80e955a84c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5ae512d9948ec" /><Relationship Type="http://schemas.openxmlformats.org/officeDocument/2006/relationships/notesMaster" Target="/ppt/notesMasters/notesMaster1.xml" Id="Rf0ed67b8d80942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3a2dabbb347a9" /><Relationship Type="http://schemas.openxmlformats.org/officeDocument/2006/relationships/notesMaster" Target="/ppt/notesMasters/notesMaster1.xml" Id="R9986466d20ab46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dbcdba918942c6" /><Relationship Type="http://schemas.openxmlformats.org/officeDocument/2006/relationships/notesMaster" Target="/ppt/notesMasters/notesMaster1.xml" Id="R021ced3e532343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8300f9442947d7" /><Relationship Type="http://schemas.openxmlformats.org/officeDocument/2006/relationships/notesMaster" Target="/ppt/notesMasters/notesMaster1.xml" Id="Redcfdca2a5c640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5a890ee0314409" /><Relationship Type="http://schemas.openxmlformats.org/officeDocument/2006/relationships/notesMaster" Target="/ppt/notesMasters/notesMaster1.xml" Id="Raeb572142217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04b595834f482b" /><Relationship Type="http://schemas.openxmlformats.org/officeDocument/2006/relationships/notesMaster" Target="/ppt/notesMasters/notesMaster1.xml" Id="R61071c9bac674d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854093e17b4ff5" /><Relationship Type="http://schemas.openxmlformats.org/officeDocument/2006/relationships/notesMaster" Target="/ppt/notesMasters/notesMaster1.xml" Id="R70a72f1240a94a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1711c66bfd4c80" /><Relationship Type="http://schemas.openxmlformats.org/officeDocument/2006/relationships/notesMaster" Target="/ppt/notesMasters/notesMaster1.xml" Id="Rfd8bdec44bef47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5b50190cfb4194" /><Relationship Type="http://schemas.openxmlformats.org/officeDocument/2006/relationships/notesMaster" Target="/ppt/notesMasters/notesMaster1.xml" Id="R1b9955e5a42148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d78a200e8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12023f85f4dfc" /><Relationship Type="http://schemas.openxmlformats.org/officeDocument/2006/relationships/slideLayout" Target="/ppt/slideLayouts/slideLayout1.xml" Id="Rd080fac3235e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80fac3235e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7896628b04bdd" /><Relationship Type="http://schemas.openxmlformats.org/officeDocument/2006/relationships/notesSlide" Target="/ppt/notesSlides/notesSlide1.xml" Id="R89091ef373624d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68b9bbc0d4022" /><Relationship Type="http://schemas.openxmlformats.org/officeDocument/2006/relationships/notesSlide" Target="/ppt/notesSlides/notesSlide2.xml" Id="Rcb53f964d2a644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e8033ac334f65" /><Relationship Type="http://schemas.openxmlformats.org/officeDocument/2006/relationships/notesSlide" Target="/ppt/notesSlides/notesSlide3.xml" Id="Rc762be4ecc87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03b978ac94d45" /><Relationship Type="http://schemas.openxmlformats.org/officeDocument/2006/relationships/notesSlide" Target="/ppt/notesSlides/notesSlide4.xml" Id="Rc50c36dab11948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7cd8ba904d33" /><Relationship Type="http://schemas.openxmlformats.org/officeDocument/2006/relationships/notesSlide" Target="/ppt/notesSlides/notesSlide5.xml" Id="R5fe8a96ca3f2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96a1aec764fcd" /><Relationship Type="http://schemas.openxmlformats.org/officeDocument/2006/relationships/notesSlide" Target="/ppt/notesSlides/notesSlide6.xml" Id="R382f7c9f5c484a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046668a904f01" /><Relationship Type="http://schemas.openxmlformats.org/officeDocument/2006/relationships/notesSlide" Target="/ppt/notesSlides/notesSlide7.xml" Id="R9493dac1bee5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2c1bd5cc04d3d" /><Relationship Type="http://schemas.openxmlformats.org/officeDocument/2006/relationships/notesSlide" Target="/ppt/notesSlides/notesSlide8.xml" Id="R95ed5e835dc840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6788348c744b0" /><Relationship Type="http://schemas.openxmlformats.org/officeDocument/2006/relationships/notesSlide" Target="/ppt/notesSlides/notesSlide9.xml" Id="Rabc9b5ee45d24c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81553fbc5450a" /><Relationship Type="http://schemas.openxmlformats.org/officeDocument/2006/relationships/notesSlide" Target="/ppt/notesSlides/notesSlide10.xml" Id="R08d72d30b52d45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2f7767c2f4fb8" /><Relationship Type="http://schemas.openxmlformats.org/officeDocument/2006/relationships/notesSlide" Target="/ppt/notesSlides/notesSlide11.xml" Id="R5abea95f414342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8b43688914ef6" /><Relationship Type="http://schemas.openxmlformats.org/officeDocument/2006/relationships/notesSlide" Target="/ppt/notesSlides/notesSlide12.xml" Id="Ra90b1e578e5a47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5df88521e4486" /><Relationship Type="http://schemas.openxmlformats.org/officeDocument/2006/relationships/notesSlide" Target="/ppt/notesSlides/notesSlide13.xml" Id="Re79337df6c7649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2452fd2e248f0" /><Relationship Type="http://schemas.openxmlformats.org/officeDocument/2006/relationships/notesSlide" Target="/ppt/notesSlides/notesSlide14.xml" Id="R383c9b82c3e94f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ad07b8c9447f9" /><Relationship Type="http://schemas.openxmlformats.org/officeDocument/2006/relationships/notesSlide" Target="/ppt/notesSlides/notesSlide15.xml" Id="R0a4421c3a0624c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8D21B-628F-47C9-B14E-CB4BBE52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模块6  终极项目与3D打印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3CC4E-37B8-4603-8021-496FA375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20 课：智造发布会（答辩、开源与反思）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367BC-933E-4848-BE40-CA8CEEF3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"将代码分享给他人，探讨算法的优劣，是计算机科学推动人类进步的动力。"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8463C-0A29-4F66-A4EE-65220DDB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8A9C6-CC79-45D5-A97A-6A6A9460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8591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6394D-2140-4EDE-80CA-86B8E293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053C7-4884-4828-A7E3-1CE989E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F22B5-933A-4AF0-9D48-AE19A33F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6E1D3-8ECD-4877-BC12-BAFD17C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20A0C-DF38-4820-A3EA-F868F1A8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答辩不是只展示成品，而是说明需求、原理、代码、迭代和证据。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63D81-E942-4B73-AAC4-8C48EF2A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B50A6-B702-4F59-BCB6-9C9F49A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1B59E-FDC9-413A-9311-92A45EA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D0156-F52B-4CE9-AF6D-68DFF84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B2A6A-3E5D-439E-A715-9AB8F8AD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08353-8958-4E92-9230-8C954BD3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9E117-78B9-4CFF-AD96-8B6B7DF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801878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75E30-BF6A-4261-B809-A42D2645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9DAB3-0240-4647-9A35-AF77BB1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BF950-5AF2-462F-8B73-441320FB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4426C-20F8-4C8F-A4C7-B8C3240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0DE87-18F0-420C-87CD-87AB2342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FC0E7-2EF5-4E14-9923-D544027E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C0BD2-EC0F-4FE2-B682-F1A9B914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答辩不是只展示成品，而是说明需求、原理、代码、迭代和证据。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49801-0C46-44B4-BCE2-D0A86E7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75BB6-30F7-404D-AEBA-131EB23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4D727-0AEA-410D-80E4-2137C94D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1CE49-950C-45CC-AC9F-6FA8DA6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项目总评 = 创意20 + 技术25 + 打印20 + 成品15 + 文档10 + 答辩10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9CB7C-45A1-416B-8F8F-F9D83F1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43F53-66FA-44B2-BB5B-41AD37A8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45A7F-5C5F-40FA-9BFD-B78F7D5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F2378-0EF5-4356-97CD-53A8C66E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计算项目总分并检查是否超过100分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DF612-6AF6-419D-8E40-94BF9CA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266888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1CA9A-443E-4486-8B30-66B7E3D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EA93C-A5F1-4E1F-85BC-19C6C31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25133-7F33-41C2-B068-19CF37E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89645-E6EB-4392-8E2C-38C11A6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开源是把方法分享出去，让别人能理解、复现和改进。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F1FB4-15EB-4C75-9D3E-BA3959BA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A7E3C-F74C-41CE-87AA-2B315572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C4B6C-5DC2-4D55-B784-4C621E63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47FEE-02A4-44DE-B0E9-D16AEB94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57E0F-1359-4024-8FA4-3C5AB79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B34B4-9491-4C07-9CED-94B93C57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954987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D7A18-2024-4430-B726-2DDD62F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34B7C-CF2B-4570-9026-D85A701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A833F-1E39-4465-A22E-2ABB17E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0B8F1-4893-412D-A9DE-33D43362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项目总评 = 创意20 + 技术25 + 打印20 + 成品15 + 文档10 + 答辩10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B5229-01D5-4E53-9208-583B766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BF543-F87E-4F9C-A0CA-6DB081B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每一项都有证据：模型文件、代码、照片、记录和现场表达。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EBC69-DCF2-473A-AEA1-3964EB2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816C1-2584-4002-B966-0CA10F7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91272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86401-08A7-46CA-8159-5B1F3B1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6A7C8-FA92-4FCA-9F62-519EA659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F949C-FA14-4BF5-BE4B-A0C7CB73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52670-DD88-4FE2-BFCC-2B9C6E9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63B97-6BDE-451C-9DB9-512D611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技术22、打印18、成品13、文档9、答辩9、创意18，总分89。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48A5F-B304-471C-BFCE-4E94B11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12855-595C-40AA-8E72-4F6E9D4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技术22、打印18、成品13、文档9、答辩9、创意18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BAF45-3B73-4AFE-B384-53F7275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F374A-B02C-47F8-8BB0-1FFC7569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总分89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EF51A-0CAF-46DC-8313-A8749E2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597468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D2AF09-B557-4FE5-8DFF-2C01221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05D9B-DF3B-4D35-85EB-C5E4C43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8D0F0-B2BB-430B-94C6-F204FB1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50D8B-5E79-42D0-A712-3E17FC5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3DB9F-AB85-4C2E-AB31-D8689526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B325B-58BD-4016-BB5A-4B125605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90C0F-514E-403A-867A-3FA0333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8E4B8-1490-43E2-B533-34E9236E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20AF9-8D51-4D43-AC95-B25C335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4AB14-B524-417B-ACBA-5077D8EA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7399E-67F7-443E-BDD2-103A45D0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3E9CB-DF94-4AE3-B7CF-D3D532A4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52734-ABBC-4861-878F-0EC5032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332045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C1453E-1F59-44B9-9909-644AEEAB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2A8E9-7E5D-4272-BFA9-124D46DD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0739C-1AF9-4679-9385-DB3A90E2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7216B-E93A-4557-B077-5BAC6A3B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7C840-89C1-4071-84C5-6E790E9D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准备本课需要的数据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E8C09-6607-4EE2-B427-29CA8D7C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0B300-D169-43F3-9B1B-8611D1A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按本课规则进行处理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E2787-B275-46CA-8B1A-30BB13E7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8B240-BCEE-4525-98C1-6BDDC56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输出结果并检查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5D2C3-03C4-4558-9D6B-5A6E603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231E6-5040-46ED-BC0B-CB83D3A3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450175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AD093-5213-4B26-96AA-0489F0C7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F8298-B1F6-4A0E-8D3D-2C7D80BC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00CE3-85AD-469E-8CE6-F8B715C6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1DB64-24FB-4E5D-A128-2CF0C15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71DCA-35AC-4E8C-9B94-98E6FEB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score = {"创意":18, "技术":22, "打印":18,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 "成品":13, "文档":9, "答辩":9}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total = sum(score.values())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print("项目总分：", total)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print("分数有效：", 0 &lt;= total &lt;= 100)</a:t>
            </a:r>
          </a:p>
        </p:txBody>
      </p:sp>
    </p:spTree>
    <p:extLst>
      <p:ext uri="{BB962C8B-B14F-4D97-AF65-F5344CB8AC3E}">
        <p14:creationId xmlns:p14="http://schemas.microsoft.com/office/powerpoint/2010/main" val="1328818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EAADA-4086-47A2-85B3-B54EB56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4C4C1-F8F8-4B6B-8570-7D893894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5F1F9-DAB7-4B23-A58C-AB0E1FEE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850E9-66E0-4C42-BBE3-0C84EEF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0692E-8195-463E-A4B8-3FDE98A5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D4DCA-8226-44B8-8902-E0A8696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2FF77-D365-4839-8323-F2719DA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CE7F6-6CF0-4487-A638-520975B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B2B76-F51D-43C1-ACFA-766D40AE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FE434-641E-4778-AF5B-41D04FD0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D29D2-4A95-42C6-B989-255D1DFB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5962B-5ACD-4CFB-BED1-CBAE99AB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3CEF3-436F-440F-B798-A0A706E1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480E7-35A1-46F9-9F8C-C822E4F4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6229C-F2E5-44E5-B837-F57A107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184955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06D6C-6D53-407F-AA3B-C131941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8D790-FBE9-414A-8512-12B12A41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5D7EE-63ED-4D55-AEB1-5727D2E5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C84FF-9FC1-4D0C-A965-E01E0321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A0807-F9BC-40B0-9D80-BEEDD738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BF840-E25D-4EB2-9B61-8E90D0F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34D4E-D162-48B1-96A0-300DE39E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ACB89-6F45-4DE3-A3D2-80486AB9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7EF47-E4CA-448D-9B4C-2033C7D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4DDA4-C90B-4F93-87A0-BDB45CEF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F4135-188F-44EC-81CA-1CB1CF4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331B9-5822-4319-A551-AF4BADB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CB8D4-415F-4146-A1D5-74CFEEB2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854080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4DA94-491A-417E-9952-6CB1B650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E4B53-C16F-428B-93FD-D16642DA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EFF1B-C8D2-4D09-AE74-D98D350E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F8F7C-EE7B-4B45-BD64-4E90F01B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C560B-0ED8-4CF8-BF4A-870A2238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只展示成品不讲过程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56836-08FB-4639-90F4-3EB1B91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FA881-75F9-46E2-B59E-F6A6F77D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演示文件临时找不到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2EBCA-E4E8-4CCC-B978-A4434425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2D0AC-C54C-423B-B36D-A283DF59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代码来源和修改说明不清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5F94E-0F48-4F5A-B472-366A6520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B6E60-4B9C-422F-B9FA-53FA120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353555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4330D-1A5C-4D1D-911C-551E3B9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A57F7-6C5D-47D6-9831-6C78030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7EAB2-E3D8-4655-9D1C-2B5B5A3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9D56E-7AEC-4717-A540-357F07C2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78F92-B5FB-48FB-B2FB-DCE64D8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A12E8-EC47-46DF-A53B-8656A12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准备3分钟项目陈述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6C1A8-605E-4824-92EE-25E5F6C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4369C-14A1-462B-A543-1BACD7F0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FAC57-48BE-4A31-A0C3-90A05B84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4104D-A7BF-405D-8C1F-217E252E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展示一次关键迭代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512A9-E03E-4D18-B3D2-C6D9AF06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3905A-1D2D-4017-BB36-63119F1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BBB06-5646-4419-91B0-69BFC93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37E97-2A5D-4356-A546-8FA0519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整理开源说明与文件目录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430B7-69AA-4857-992A-ADE7D66E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3CA83-E851-4637-B71C-E62A6F45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4956529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9EBDF-FCDC-42F6-B058-8FDAA981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0AB4E-766D-45F1-91AE-2ED82B1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第20课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DCAE9-1B4C-47CF-A69B-8AD88BDF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3F354-E053-426B-8442-CAF58F5F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FF478-5474-4DBC-82B5-699B8C83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9C94-DC1F-4E5A-89EF-54CC2BF4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27710-0236-488B-8D69-A6D7019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E2BAE-ED0B-4770-80B2-3B6316A1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2F329-5651-4ED2-8802-9AAC56D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3192E-763D-4DDD-9C3F-E27A8511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344C0-93B1-4EBD-A94F-349F05C0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23BFE-CE25-491A-A1A7-E2CC139A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0261B-32FD-4F79-A11B-B91FB469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B1546-B26C-4B2C-A8F6-3FF158F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E2163-0ED0-422E-BCB1-0B16860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10102-F6BC-47D3-9248-81C4F26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816983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B4DB1-6F6C-4113-A4CE-5E4C0F25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DD8F7-717F-497B-A051-BF0FB75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634C3-7D12-4B4D-8904-1EAFCF8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2FEBF-E62A-4140-9C1D-7A4E87F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E1617-842B-4053-9D0D-3404013C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2DCA8-2730-4F50-BABF-492F79B2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0AA5A-52DB-4B21-BC77-1EA7BF3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2CFC5-8E87-47C7-8443-1F4A677A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125B3-F652-4C2A-92DE-DDDDBCF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17A31-3010-49AB-AF46-1C65A323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保存文件：第20课_班级_匿名编号.FCStd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9261E-2E36-4895-B9CB-F6B5E0F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86900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2026-07-12T00:12:13.8980000Z</dcterms:created>
  <dcterms:modified xsi:type="dcterms:W3CDTF">2026-07-12T00:12:13.8980000Z</dcterms:modified>
</coreProperties>
</file>