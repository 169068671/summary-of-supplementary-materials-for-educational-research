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7c0f0990b14f30" /><Relationship Type="http://schemas.openxmlformats.org/officeDocument/2006/relationships/extended-properties" Target="/docProps/app.xml" Id="Rd727e018638e4c2a" /><Relationship Type="http://schemas.openxmlformats.org/officeDocument/2006/relationships/officeDocument" Target="/ppt/presentation.xml" Id="R4ba1ab637c6141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80773638f34d9d"/>
  </p:sldMasterIdLst>
  <p:notesMasterIdLst>
    <p:notesMasterId xmlns:r="http://schemas.openxmlformats.org/officeDocument/2006/relationships" r:id="R87efe0ffbe0f4d48"/>
  </p:notesMasterIdLst>
  <p:sldIdLst>
    <p:sldId xmlns:r="http://schemas.openxmlformats.org/officeDocument/2006/relationships" id="256" r:id="R58f72fecc43941d1"/>
    <p:sldId xmlns:r="http://schemas.openxmlformats.org/officeDocument/2006/relationships" id="257" r:id="R7038f66a1e3f4bd5"/>
    <p:sldId xmlns:r="http://schemas.openxmlformats.org/officeDocument/2006/relationships" id="258" r:id="Re536cdb804cc4aff"/>
    <p:sldId xmlns:r="http://schemas.openxmlformats.org/officeDocument/2006/relationships" id="259" r:id="Ra8e040f5bc9648c0"/>
    <p:sldId xmlns:r="http://schemas.openxmlformats.org/officeDocument/2006/relationships" id="260" r:id="Re749375fa0d746a7"/>
    <p:sldId xmlns:r="http://schemas.openxmlformats.org/officeDocument/2006/relationships" id="261" r:id="R63ad18033ed24bb3"/>
    <p:sldId xmlns:r="http://schemas.openxmlformats.org/officeDocument/2006/relationships" id="262" r:id="R23d0cd0b0a5e4250"/>
    <p:sldId xmlns:r="http://schemas.openxmlformats.org/officeDocument/2006/relationships" id="263" r:id="R9947e9d6053446ad"/>
    <p:sldId xmlns:r="http://schemas.openxmlformats.org/officeDocument/2006/relationships" id="264" r:id="R69d8f74c2e434c4a"/>
    <p:sldId xmlns:r="http://schemas.openxmlformats.org/officeDocument/2006/relationships" id="265" r:id="R4b85f2a757624366"/>
    <p:sldId xmlns:r="http://schemas.openxmlformats.org/officeDocument/2006/relationships" id="266" r:id="R82bee8fa0cc0453b"/>
    <p:sldId xmlns:r="http://schemas.openxmlformats.org/officeDocument/2006/relationships" id="267" r:id="Rf631984e8f6141c3"/>
    <p:sldId xmlns:r="http://schemas.openxmlformats.org/officeDocument/2006/relationships" id="268" r:id="R824c719e2c7c4bbb"/>
    <p:sldId xmlns:r="http://schemas.openxmlformats.org/officeDocument/2006/relationships" id="269" r:id="Raf271ffb01b54431"/>
    <p:sldId xmlns:r="http://schemas.openxmlformats.org/officeDocument/2006/relationships" id="270" r:id="Rcaf29089cbad4a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1034b2d63a4e5d" /><Relationship Type="http://schemas.openxmlformats.org/officeDocument/2006/relationships/slideMaster" Target="/ppt/slideMasters/slideMaster1.xml" Id="R6680773638f34d9d" /><Relationship Type="http://schemas.openxmlformats.org/officeDocument/2006/relationships/notesMaster" Target="/ppt/notesMasters/notesMaster1.xml" Id="R87efe0ffbe0f4d48" /><Relationship Type="http://schemas.openxmlformats.org/officeDocument/2006/relationships/presProps" Target="/ppt/presProps.xml" Id="R0e95e643e648495f" /><Relationship Type="http://schemas.openxmlformats.org/officeDocument/2006/relationships/tableStyles" Target="/ppt/tableStyles.xml" Id="Rc85db09e89ad4050" /><Relationship Type="http://schemas.openxmlformats.org/officeDocument/2006/relationships/slide" Target="/ppt/slides/slide1.xml" Id="R58f72fecc43941d1" /><Relationship Type="http://schemas.openxmlformats.org/officeDocument/2006/relationships/slide" Target="/ppt/slides/slide2.xml" Id="R7038f66a1e3f4bd5" /><Relationship Type="http://schemas.openxmlformats.org/officeDocument/2006/relationships/slide" Target="/ppt/slides/slide3.xml" Id="Re536cdb804cc4aff" /><Relationship Type="http://schemas.openxmlformats.org/officeDocument/2006/relationships/slide" Target="/ppt/slides/slide4.xml" Id="Ra8e040f5bc9648c0" /><Relationship Type="http://schemas.openxmlformats.org/officeDocument/2006/relationships/slide" Target="/ppt/slides/slide5.xml" Id="Re749375fa0d746a7" /><Relationship Type="http://schemas.openxmlformats.org/officeDocument/2006/relationships/slide" Target="/ppt/slides/slide6.xml" Id="R63ad18033ed24bb3" /><Relationship Type="http://schemas.openxmlformats.org/officeDocument/2006/relationships/slide" Target="/ppt/slides/slide7.xml" Id="R23d0cd0b0a5e4250" /><Relationship Type="http://schemas.openxmlformats.org/officeDocument/2006/relationships/slide" Target="/ppt/slides/slide8.xml" Id="R9947e9d6053446ad" /><Relationship Type="http://schemas.openxmlformats.org/officeDocument/2006/relationships/slide" Target="/ppt/slides/slide9.xml" Id="R69d8f74c2e434c4a" /><Relationship Type="http://schemas.openxmlformats.org/officeDocument/2006/relationships/slide" Target="/ppt/slides/slide10.xml" Id="R4b85f2a757624366" /><Relationship Type="http://schemas.openxmlformats.org/officeDocument/2006/relationships/slide" Target="/ppt/slides/slide11.xml" Id="R82bee8fa0cc0453b" /><Relationship Type="http://schemas.openxmlformats.org/officeDocument/2006/relationships/slide" Target="/ppt/slides/slide12.xml" Id="Rf631984e8f6141c3" /><Relationship Type="http://schemas.openxmlformats.org/officeDocument/2006/relationships/slide" Target="/ppt/slides/slide13.xml" Id="R824c719e2c7c4bbb" /><Relationship Type="http://schemas.openxmlformats.org/officeDocument/2006/relationships/slide" Target="/ppt/slides/slide14.xml" Id="Raf271ffb01b54431" /><Relationship Type="http://schemas.openxmlformats.org/officeDocument/2006/relationships/slide" Target="/ppt/slides/slide15.xml" Id="Rcaf29089cbad4a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288b51381a45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f3d856ec43451a" /><Relationship Type="http://schemas.openxmlformats.org/officeDocument/2006/relationships/notesMaster" Target="/ppt/notesMasters/notesMaster1.xml" Id="R8f783ac7a4f34e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cddd7ede004154" /><Relationship Type="http://schemas.openxmlformats.org/officeDocument/2006/relationships/notesMaster" Target="/ppt/notesMasters/notesMaster1.xml" Id="R29179ba5333248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18cf14f3374161" /><Relationship Type="http://schemas.openxmlformats.org/officeDocument/2006/relationships/notesMaster" Target="/ppt/notesMasters/notesMaster1.xml" Id="Rb0b43394925e4b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40963c2838450c" /><Relationship Type="http://schemas.openxmlformats.org/officeDocument/2006/relationships/notesMaster" Target="/ppt/notesMasters/notesMaster1.xml" Id="R1582b8722b9541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aa67fa6cfd46b0" /><Relationship Type="http://schemas.openxmlformats.org/officeDocument/2006/relationships/notesMaster" Target="/ppt/notesMasters/notesMaster1.xml" Id="R10c0e7b666b444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8c58ea1c4f4ad2" /><Relationship Type="http://schemas.openxmlformats.org/officeDocument/2006/relationships/notesMaster" Target="/ppt/notesMasters/notesMaster1.xml" Id="R0e1f68ee349846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3c8ca308d34e74" /><Relationship Type="http://schemas.openxmlformats.org/officeDocument/2006/relationships/notesMaster" Target="/ppt/notesMasters/notesMaster1.xml" Id="R1848758170b546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65db11db0d4d10" /><Relationship Type="http://schemas.openxmlformats.org/officeDocument/2006/relationships/notesMaster" Target="/ppt/notesMasters/notesMaster1.xml" Id="R695d18a83d7142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93f7269dff4c41" /><Relationship Type="http://schemas.openxmlformats.org/officeDocument/2006/relationships/notesMaster" Target="/ppt/notesMasters/notesMaster1.xml" Id="Ra3c017dacc3947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a040ac2e0941b5" /><Relationship Type="http://schemas.openxmlformats.org/officeDocument/2006/relationships/notesMaster" Target="/ppt/notesMasters/notesMaster1.xml" Id="Re4dfde8987ec42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21cc2a50b8491a" /><Relationship Type="http://schemas.openxmlformats.org/officeDocument/2006/relationships/notesMaster" Target="/ppt/notesMasters/notesMaster1.xml" Id="Ra4c40bfdb5b440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756e18fd51475b" /><Relationship Type="http://schemas.openxmlformats.org/officeDocument/2006/relationships/notesMaster" Target="/ppt/notesMasters/notesMaster1.xml" Id="R8c5d01580cfe41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eec27997c849f4" /><Relationship Type="http://schemas.openxmlformats.org/officeDocument/2006/relationships/notesMaster" Target="/ppt/notesMasters/notesMaster1.xml" Id="Rd61b41f7302349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a774f71a6f481a" /><Relationship Type="http://schemas.openxmlformats.org/officeDocument/2006/relationships/notesMaster" Target="/ppt/notesMasters/notesMaster1.xml" Id="R19a9738d3e354c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4bd7c669b84725" /><Relationship Type="http://schemas.openxmlformats.org/officeDocument/2006/relationships/notesMaster" Target="/ppt/notesMasters/notesMaster1.xml" Id="R62cedb68abc942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87e8f95a548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662620a5504fd5" /><Relationship Type="http://schemas.openxmlformats.org/officeDocument/2006/relationships/slideLayout" Target="/ppt/slideLayouts/slideLayout1.xml" Id="Rcfa2b834c54248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a2b834c54248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29be732864f11" /><Relationship Type="http://schemas.openxmlformats.org/officeDocument/2006/relationships/notesSlide" Target="/ppt/notesSlides/notesSlide1.xml" Id="Rb27d039098cb42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515d82c2f4200" /><Relationship Type="http://schemas.openxmlformats.org/officeDocument/2006/relationships/notesSlide" Target="/ppt/notesSlides/notesSlide2.xml" Id="Rcfcfa84d19e547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f6830b507469a" /><Relationship Type="http://schemas.openxmlformats.org/officeDocument/2006/relationships/notesSlide" Target="/ppt/notesSlides/notesSlide3.xml" Id="R156a5a1aff1143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11e061b5642d8" /><Relationship Type="http://schemas.openxmlformats.org/officeDocument/2006/relationships/notesSlide" Target="/ppt/notesSlides/notesSlide4.xml" Id="R9734402fa11a4d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5d326ca77468e" /><Relationship Type="http://schemas.openxmlformats.org/officeDocument/2006/relationships/notesSlide" Target="/ppt/notesSlides/notesSlide5.xml" Id="R81d26d7f554d4c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fd98f3b9345c1" /><Relationship Type="http://schemas.openxmlformats.org/officeDocument/2006/relationships/notesSlide" Target="/ppt/notesSlides/notesSlide6.xml" Id="R458b81aa397e4c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27a91de9a4a87" /><Relationship Type="http://schemas.openxmlformats.org/officeDocument/2006/relationships/notesSlide" Target="/ppt/notesSlides/notesSlide7.xml" Id="R37978411a7ca48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93ebe83484da2" /><Relationship Type="http://schemas.openxmlformats.org/officeDocument/2006/relationships/notesSlide" Target="/ppt/notesSlides/notesSlide8.xml" Id="R31b5d11a247b4b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49a39b770406d" /><Relationship Type="http://schemas.openxmlformats.org/officeDocument/2006/relationships/notesSlide" Target="/ppt/notesSlides/notesSlide9.xml" Id="R131eb0c527fe49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3ff009d5244a7" /><Relationship Type="http://schemas.openxmlformats.org/officeDocument/2006/relationships/notesSlide" Target="/ppt/notesSlides/notesSlide10.xml" Id="R21811c70cb7d47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3c6c6a5ba4fad" /><Relationship Type="http://schemas.openxmlformats.org/officeDocument/2006/relationships/notesSlide" Target="/ppt/notesSlides/notesSlide11.xml" Id="R3c7f372ba2234c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91bc3c93f43cd" /><Relationship Type="http://schemas.openxmlformats.org/officeDocument/2006/relationships/notesSlide" Target="/ppt/notesSlides/notesSlide12.xml" Id="R393bd297890d47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d5dce72c947fa" /><Relationship Type="http://schemas.openxmlformats.org/officeDocument/2006/relationships/notesSlide" Target="/ppt/notesSlides/notesSlide13.xml" Id="Re015086d04ad4a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9db70b6194b55" /><Relationship Type="http://schemas.openxmlformats.org/officeDocument/2006/relationships/notesSlide" Target="/ppt/notesSlides/notesSlide14.xml" Id="R524446319f284c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31587a67f405b" /><Relationship Type="http://schemas.openxmlformats.org/officeDocument/2006/relationships/notesSlide" Target="/ppt/notesSlides/notesSlide15.xml" Id="R2b93b6c9729e4e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81E72F-F888-4569-9CB4-C36BCD4B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模块5  动力与模拟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6DFB5-0ED2-4285-9BC7-20744B9D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17 课：轨迹追踪（B-Spline 与路径运动）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AD6E1-C520-40E9-A589-A232369A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"利用参数 t (0 到 1)，获取曲线上特定比例处的精确三维坐标，实现平滑移动。"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E1DAC-6C65-4C66-A4DB-2FE5901E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70DEA-5C6D-4CB6-BBB4-3CB88F2B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14783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BACF7-FA7C-450B-BE1A-42DD21C9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49FD3-A251-4113-A771-9A64B53E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C95CE-6BA8-4DA5-B52F-46A37C5C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F8627-2433-406A-9F84-9F3378A3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F14FF-223A-4F5B-8617-BE270E77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路径运动先定义一条曲线，再用0到1的进度取得曲线上的位置。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49A2D-D508-4A1A-B75B-E272FA09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7E5FE-13FD-45DF-BEB3-4003250A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90E0F-4557-4158-966C-28B42CE4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023A9-F0B4-492A-A64E-8BCE498D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D1A4E-35FE-40FE-A7C1-CF4E7B6C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4C713-7E39-494D-84C4-30DA82C8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97AAF-B63B-4DC3-B98C-FE1B7A7C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614165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5E0332-2C1A-4D96-B9FF-93C838BC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D62B4-7E4F-47B9-91AF-A66A6877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CF313-DDCA-45EB-B075-887EA6A8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FF107-E848-4081-BC70-DAADC763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29DF0-2015-46A9-BB6B-D3B264E3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0E9CB-3F94-494A-B5D1-D45EB17D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5C250-5409-4723-994A-A0E71158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路径运动先定义一条曲线，再用0到1的进度取得曲线上的位置。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DF287-67F7-42D2-B40C-023501BB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94355-0991-41F3-929E-AE854DE4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7B2D49-E2F8-420E-99CA-323E5EA8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376B3-89A6-4743-9E22-AD1C3E60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当前位置 = 曲线在进度t处的点，t从0增加到1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57A23-3453-4592-9B00-47DEB072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ED25D-A44F-4C41-9AE2-6C7432F0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681DCE-E925-4DB2-8F37-E23C77F1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469AF-FA5F-4DAD-98F6-F6CDFDA5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创建一条B样条路径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6F69E-B066-4A5B-9114-874D66A7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14341422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FD6105-D8D2-4218-9C12-D7D7AE8F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E32CE-C9FA-4F89-9573-8B89CD2A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AEE40-956D-4138-8F15-0970758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DD3BD-8128-4098-BC3B-748D687C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火车沿轨道前进，轨道决定方向，进度决定位置。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F2E09-D8A2-490B-9E46-5BF5837E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8D83E-FA02-47A6-8897-BF516022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EE037-BAC3-4EEC-A2BA-F15165F7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869CB-B4FA-4CE4-878B-5DAE752F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A62D0-2DF7-4C1E-ADB5-D58DA576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B88046-F3FF-4818-A487-955B3468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899019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C8F0CD-13B4-4452-AB0B-EA8B8E18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7F4DC-3875-4885-BB42-55C05B20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52358-B85C-49E0-BCD2-0A301613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5338F-7982-44B9-8D62-71A559BF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当前位置 = 曲线在进度t处的点，t从0增加到1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07349-D0E5-464F-B0DF-487956A2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AE9AA-1FA1-4092-9EBB-89653226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t=0在起点，t=0.5在中间附近，t=1在终点。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21D96-FCB4-4CDE-A170-24D698CE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D6133-64CF-42DB-88C5-EE5A6D33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1617963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01AF77-CA3C-4C4C-BF1E-A79DDCF4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A2D71-A8DE-4897-80AD-C95D7144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526A9-8B43-4D29-8850-E95393C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40F21-ADAE-46A7-A74F-A36408A1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422D1-8515-4CA8-A4BB-45C0BFED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每次让t增加0.02，大约50次更新完成整条路径。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5A687-4C7A-4244-9FB9-D1B5AA02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5FF41-D320-4E32-86B4-6D35BF6E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每次让t增加0.02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EBEAB-C45C-46E2-9C18-D0242015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9928D-023D-4047-991B-DA30F213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大约50次更新完成整条路径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263A8-3FE7-4776-A53C-CB9B915E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1046161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15492B-3F88-4C8B-BE52-00A5950D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12424-FEEC-48D3-A9A6-7FE2AE71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D871E-034F-4BD9-A662-A8CB7460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6D7B4-A399-4BE4-91D4-FF169E5A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06C89-D5B6-45A7-BB9C-901BF4F1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51A5D-09D1-4D42-9F64-26B86E5A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4B354-C3EB-4A93-9595-FA34265C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A1D99-268C-4D09-A186-53126F34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392DE-30B2-4A2B-8379-A52E7C29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18D48-D06D-4412-AB34-F8C8D605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7A7C5-B888-46A0-A047-8F460386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6EB0B-6306-40AC-843C-29CC9DA7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49D6B-6A7B-4F4F-883B-0F394C80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1664757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F04AE4-D8B7-4091-96E6-23FEB0EF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55EF6-6F3E-448D-A207-813C5162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F7BD4-B73B-4B40-B253-93060CB7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DF7D7-8375-41EB-BE8D-61C0B616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A2BD2-CB63-4D3D-A4E4-FBADB253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9DBA9-B009-41C9-9F50-F2DF8BEB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5CD31-1DE1-4374-8812-A413D078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4A541-8F6F-4231-BFC9-A7E18683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5CBBF-D7EE-4B5A-B40F-8B093D1A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162050" y="36099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782EC-2CD6-4278-AAFA-61D0EE0B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6F620-3B0B-4AA6-A702-72DB9B60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刷新：重新计算并更新三维视图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A286A-DF44-4078-9DF6-104F39DA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0CE98-1572-4F5F-A110-1B8ED0AE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1510347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6AF90D-504D-46EB-AD4E-D533E87E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6271F-E580-4BC4-AA2A-823936F5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A320F-7C85-4E90-ADFB-83FC17E9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C0169-D031-4B7B-BCD8-3B84CA43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AFBC0-4CE1-4534-8EF0-2FAA54A6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App.newDocument("Lesson17")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curve = Part.BSplineCurve()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points = [App.Vector(0,0,0), App.Vector(20,20,0),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      App.Vector(40,0,0)]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curve.interpolate(points)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path = doc.addObject("Part::Feature", "Path")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path.Shape = curve.toShape()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t = 0.5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first, last = curve.FirstParameter, curve.LastParameter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u = first + t*(last-first)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marker = doc.addObject("Part::Feature", "PositionAtT")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marker.Shape = Part.makeSphere(2, curve.value(u))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doc.recompute()</a:t>
            </a:r>
          </a:p>
        </p:txBody>
      </p:sp>
    </p:spTree>
    <p:extLst>
      <p:ext uri="{BB962C8B-B14F-4D97-AF65-F5344CB8AC3E}">
        <p14:creationId xmlns:p14="http://schemas.microsoft.com/office/powerpoint/2010/main" val="1279551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DED8E7-78FC-47CB-B2AD-C4F05F39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0B366-0F0F-4765-BD33-9C4E1B76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348BA-8AD1-449B-9CCF-2D185881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B06FE-089A-41CC-8CF9-A5A550E4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EA808-B1AF-4601-A64A-2BC65A33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975C0-071B-461E-A70C-D080FCE3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DB47D-0965-4B42-A660-C7D72C2C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9CEC1-7689-4DBA-992C-276B421A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95D1E-ADAB-4240-A8D8-78B73DA6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EC5ED-1191-43C9-9895-8B71F957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FEF7E-DC03-4843-8CDA-F59571C5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56E23-67D0-4CB6-A701-C5A6459C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03BBD-B5E8-48ED-BC6A-C3938893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C82B2-421C-441D-AD87-6E8AFB22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CDFEA-9A0F-4227-B134-A31DC73A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46130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59DE56-671C-47D8-8DF6-96AC6BF0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11AF7-F010-4603-A635-0D674C77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A3549-EA4D-4EE8-A74A-EE4387EC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60896-FC78-4634-A32A-D03F9AB8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BC7A4-0343-45E3-97EE-89C7B826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FCBE6-51B4-4616-9B6D-6521AEAB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5B48C-EF52-486D-9DCF-1B88F158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043A7-56E9-4C25-9200-DB945FFC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9150B-E926-4BFE-88C8-1036623A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2EEC3-80FB-4C94-8D03-D0DA9A43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5F395-A471-4C94-AB10-AC4754CF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94405-B3BF-441F-973D-E10577F1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9371A-9BAB-4864-B261-356EE584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12288738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3409F1-D43D-4234-8FC9-8D9A4879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338A3-5666-4610-BFCF-F770E48A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25840-A545-41F3-A328-72382B1C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0D53B-2611-49BC-A2CB-E4C77389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FDE53-AC9B-414D-8C4E-987059CC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控制点太少曲线不自然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54263-6049-4CD2-87F6-CC55CF4D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F77F7-2FA8-483F-AF3A-6B14571A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t超过1后没有重置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4254B-7EE8-4160-B2AD-022E245F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9BA43-21EA-49CF-91E6-81946B03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只更新位置没有刷新视图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0ED14-77A9-481F-9638-334EF068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BA1C3-F1F2-4EFA-88BA-B2551688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14121073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3DDF0C-7BC7-4C17-BA70-82201FF7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C1FE6-C19B-4EB6-AE4E-C9786782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8EB23-DB0E-4B34-89E8-A6625C67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BF2BD-2EC1-4260-915D-E7D24887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09B93-4F0B-421B-920F-A026BC06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21E6C-4ADB-4A1F-9640-78CD901C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创建一条B样条路径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F2A05-6633-443F-8BFD-D3DF567E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7B53C-0294-43DD-AD96-057DADAB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79F74-64BE-4DBA-8ADC-2D4CC193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E174F-65B7-4707-8C73-C75B4C1D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让小球沿路径运动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EF602-A1A6-4670-913E-5E1DAF68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50CDF-F90B-448F-BA3D-464DFD12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BBFDC-88F9-43C9-90A5-8F404222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8159F-8169-40A7-86C0-D5BA6916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改变控制点比较轨迹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116811-B733-4D80-84D5-B616EEE5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69C99-3B0E-4D12-850F-5716F61D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5341322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16A3D0-CD24-447C-B02F-AF07FA29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B1751-1BB7-43EC-AEB8-E28A6A82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第17课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FE3E2-A401-4261-9052-8E657DA5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8D9E4-D94A-4BE0-AB5B-7DB46CD9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775BD-D5BF-42CE-BDEB-BCDFC4A8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51AE1-4032-4D3E-B76A-EA15C056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D9EA7-5D42-4769-B78B-DF7AF71F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45990-5A19-4A7D-883E-47BDC642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BBF38-8845-46D3-852E-47D2CE37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6FD65-7234-4CF7-A15A-08226D99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79C66-ED76-46CC-80E3-974C0BDB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99A18-5943-476B-8617-2BFA4B8A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809D6-5449-4687-890E-713320AD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F34F4-ACEA-40C3-A2E1-E9A8970E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63849-011F-46E2-8161-CA9B9FC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6F155-0564-4C74-BF1C-5BE4C082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3867329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57E3EA-3FFD-42D9-A656-C12F03EC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686B8-7527-4928-B00B-60266F1A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7A793-CE3E-4360-BE02-58D2313D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BA832-83E4-476E-8F7A-D4957B17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B0ED3-9E66-49C6-9C7F-8214438B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774A5-2701-4163-8007-52FBB26E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16C2C-A38B-48DB-8B8E-4473F6D6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DC66B-0A96-4CE2-B9E8-90242D2B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2F08C-D9E9-46E7-A339-E3C611B4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68766-3DFC-4CCC-A031-A6DB3FF7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保存文件：第17课_班级_匿名编号.FCStd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446FD-366B-4FD9-B664-C2A7AAC6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85441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2026-07-12T00:12:12.9040000Z</dcterms:created>
  <dcterms:modified xsi:type="dcterms:W3CDTF">2026-07-12T00:12:12.9040000Z</dcterms:modified>
</coreProperties>
</file>