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424438b664ae1" /><Relationship Type="http://schemas.openxmlformats.org/officeDocument/2006/relationships/extended-properties" Target="/docProps/app.xml" Id="R39271e69f01a49a2" /><Relationship Type="http://schemas.openxmlformats.org/officeDocument/2006/relationships/officeDocument" Target="/ppt/presentation.xml" Id="R4f42b99a728a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fb30810fe49bd"/>
  </p:sldMasterIdLst>
  <p:notesMasterIdLst>
    <p:notesMasterId xmlns:r="http://schemas.openxmlformats.org/officeDocument/2006/relationships" r:id="R22e75366cd1b4247"/>
  </p:notesMasterIdLst>
  <p:sldIdLst>
    <p:sldId xmlns:r="http://schemas.openxmlformats.org/officeDocument/2006/relationships" id="256" r:id="R428de7fc225d4055"/>
    <p:sldId xmlns:r="http://schemas.openxmlformats.org/officeDocument/2006/relationships" id="257" r:id="Re2c7207d4d1a4558"/>
    <p:sldId xmlns:r="http://schemas.openxmlformats.org/officeDocument/2006/relationships" id="258" r:id="R2d353f1c5def4549"/>
    <p:sldId xmlns:r="http://schemas.openxmlformats.org/officeDocument/2006/relationships" id="259" r:id="Rc0066f4ff824473a"/>
    <p:sldId xmlns:r="http://schemas.openxmlformats.org/officeDocument/2006/relationships" id="260" r:id="R2b74ad5ddef44b9a"/>
    <p:sldId xmlns:r="http://schemas.openxmlformats.org/officeDocument/2006/relationships" id="261" r:id="R0b6674118bd440fc"/>
    <p:sldId xmlns:r="http://schemas.openxmlformats.org/officeDocument/2006/relationships" id="262" r:id="Rc57c0f066f1d4641"/>
    <p:sldId xmlns:r="http://schemas.openxmlformats.org/officeDocument/2006/relationships" id="263" r:id="Rcbf7008d4aea4aeb"/>
    <p:sldId xmlns:r="http://schemas.openxmlformats.org/officeDocument/2006/relationships" id="264" r:id="R9b7cfd2bd2eb4afc"/>
    <p:sldId xmlns:r="http://schemas.openxmlformats.org/officeDocument/2006/relationships" id="265" r:id="Rb720790c0a6d4e55"/>
    <p:sldId xmlns:r="http://schemas.openxmlformats.org/officeDocument/2006/relationships" id="266" r:id="R3a1ee55f050741ba"/>
    <p:sldId xmlns:r="http://schemas.openxmlformats.org/officeDocument/2006/relationships" id="267" r:id="Rbd9eace885714a64"/>
    <p:sldId xmlns:r="http://schemas.openxmlformats.org/officeDocument/2006/relationships" id="268" r:id="R523657cab79a4df7"/>
    <p:sldId xmlns:r="http://schemas.openxmlformats.org/officeDocument/2006/relationships" id="269" r:id="R5840bbf88952410e"/>
    <p:sldId xmlns:r="http://schemas.openxmlformats.org/officeDocument/2006/relationships" id="270" r:id="Rbd0ccaeb67cc41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52e4dc73bb4e20" /><Relationship Type="http://schemas.openxmlformats.org/officeDocument/2006/relationships/slideMaster" Target="/ppt/slideMasters/slideMaster1.xml" Id="R6b4fb30810fe49bd" /><Relationship Type="http://schemas.openxmlformats.org/officeDocument/2006/relationships/notesMaster" Target="/ppt/notesMasters/notesMaster1.xml" Id="R22e75366cd1b4247" /><Relationship Type="http://schemas.openxmlformats.org/officeDocument/2006/relationships/presProps" Target="/ppt/presProps.xml" Id="R81d7b6634de24a34" /><Relationship Type="http://schemas.openxmlformats.org/officeDocument/2006/relationships/tableStyles" Target="/ppt/tableStyles.xml" Id="R9283f433b18a40b8" /><Relationship Type="http://schemas.openxmlformats.org/officeDocument/2006/relationships/slide" Target="/ppt/slides/slide1.xml" Id="R428de7fc225d4055" /><Relationship Type="http://schemas.openxmlformats.org/officeDocument/2006/relationships/slide" Target="/ppt/slides/slide2.xml" Id="Re2c7207d4d1a4558" /><Relationship Type="http://schemas.openxmlformats.org/officeDocument/2006/relationships/slide" Target="/ppt/slides/slide3.xml" Id="R2d353f1c5def4549" /><Relationship Type="http://schemas.openxmlformats.org/officeDocument/2006/relationships/slide" Target="/ppt/slides/slide4.xml" Id="Rc0066f4ff824473a" /><Relationship Type="http://schemas.openxmlformats.org/officeDocument/2006/relationships/slide" Target="/ppt/slides/slide5.xml" Id="R2b74ad5ddef44b9a" /><Relationship Type="http://schemas.openxmlformats.org/officeDocument/2006/relationships/slide" Target="/ppt/slides/slide6.xml" Id="R0b6674118bd440fc" /><Relationship Type="http://schemas.openxmlformats.org/officeDocument/2006/relationships/slide" Target="/ppt/slides/slide7.xml" Id="Rc57c0f066f1d4641" /><Relationship Type="http://schemas.openxmlformats.org/officeDocument/2006/relationships/slide" Target="/ppt/slides/slide8.xml" Id="Rcbf7008d4aea4aeb" /><Relationship Type="http://schemas.openxmlformats.org/officeDocument/2006/relationships/slide" Target="/ppt/slides/slide9.xml" Id="R9b7cfd2bd2eb4afc" /><Relationship Type="http://schemas.openxmlformats.org/officeDocument/2006/relationships/slide" Target="/ppt/slides/slide10.xml" Id="Rb720790c0a6d4e55" /><Relationship Type="http://schemas.openxmlformats.org/officeDocument/2006/relationships/slide" Target="/ppt/slides/slide11.xml" Id="R3a1ee55f050741ba" /><Relationship Type="http://schemas.openxmlformats.org/officeDocument/2006/relationships/slide" Target="/ppt/slides/slide12.xml" Id="Rbd9eace885714a64" /><Relationship Type="http://schemas.openxmlformats.org/officeDocument/2006/relationships/slide" Target="/ppt/slides/slide13.xml" Id="R523657cab79a4df7" /><Relationship Type="http://schemas.openxmlformats.org/officeDocument/2006/relationships/slide" Target="/ppt/slides/slide14.xml" Id="R5840bbf88952410e" /><Relationship Type="http://schemas.openxmlformats.org/officeDocument/2006/relationships/slide" Target="/ppt/slides/slide15.xml" Id="Rbd0ccaeb67cc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c2d53734ed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bef9f4124c4581" /><Relationship Type="http://schemas.openxmlformats.org/officeDocument/2006/relationships/notesMaster" Target="/ppt/notesMasters/notesMaster1.xml" Id="Rb7e7f61b2af746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b066ece1f94ca6" /><Relationship Type="http://schemas.openxmlformats.org/officeDocument/2006/relationships/notesMaster" Target="/ppt/notesMasters/notesMaster1.xml" Id="R0440668407db46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4776b0d9d74b66" /><Relationship Type="http://schemas.openxmlformats.org/officeDocument/2006/relationships/notesMaster" Target="/ppt/notesMasters/notesMaster1.xml" Id="R6e42ff5ec43048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b6f823d8b74b90" /><Relationship Type="http://schemas.openxmlformats.org/officeDocument/2006/relationships/notesMaster" Target="/ppt/notesMasters/notesMaster1.xml" Id="R786051fdd16c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02629735ca4ecc" /><Relationship Type="http://schemas.openxmlformats.org/officeDocument/2006/relationships/notesMaster" Target="/ppt/notesMasters/notesMaster1.xml" Id="R9a9646c53ed844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47d503beca47db" /><Relationship Type="http://schemas.openxmlformats.org/officeDocument/2006/relationships/notesMaster" Target="/ppt/notesMasters/notesMaster1.xml" Id="Rcdc98835759240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8a1176e12f49cc" /><Relationship Type="http://schemas.openxmlformats.org/officeDocument/2006/relationships/notesMaster" Target="/ppt/notesMasters/notesMaster1.xml" Id="Rbdb1952b58d949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34c3537ed456f" /><Relationship Type="http://schemas.openxmlformats.org/officeDocument/2006/relationships/notesMaster" Target="/ppt/notesMasters/notesMaster1.xml" Id="Rfb464a8c84734e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2a8d0c6b4b4245" /><Relationship Type="http://schemas.openxmlformats.org/officeDocument/2006/relationships/notesMaster" Target="/ppt/notesMasters/notesMaster1.xml" Id="R8ac9782d2bb846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a6bb822d544c79" /><Relationship Type="http://schemas.openxmlformats.org/officeDocument/2006/relationships/notesMaster" Target="/ppt/notesMasters/notesMaster1.xml" Id="R90f7d097f0734a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92cb40569b415f" /><Relationship Type="http://schemas.openxmlformats.org/officeDocument/2006/relationships/notesMaster" Target="/ppt/notesMasters/notesMaster1.xml" Id="R65b67340a90843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fe488e77bd41af" /><Relationship Type="http://schemas.openxmlformats.org/officeDocument/2006/relationships/notesMaster" Target="/ppt/notesMasters/notesMaster1.xml" Id="R36a80fc5028842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d9bff26cbb4129" /><Relationship Type="http://schemas.openxmlformats.org/officeDocument/2006/relationships/notesMaster" Target="/ppt/notesMasters/notesMaster1.xml" Id="Re59109b6f8e448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bcdd2b8b6b4e0c" /><Relationship Type="http://schemas.openxmlformats.org/officeDocument/2006/relationships/notesMaster" Target="/ppt/notesMasters/notesMaster1.xml" Id="R76cbd4cab79446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db1ffb26854b30" /><Relationship Type="http://schemas.openxmlformats.org/officeDocument/2006/relationships/notesMaster" Target="/ppt/notesMasters/notesMaster1.xml" Id="R3b61447684c449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715cd7ce545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07bc435b25418b" /><Relationship Type="http://schemas.openxmlformats.org/officeDocument/2006/relationships/slideLayout" Target="/ppt/slideLayouts/slideLayout1.xml" Id="R9096f56c1da747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6f56c1da747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1c7e870434916" /><Relationship Type="http://schemas.openxmlformats.org/officeDocument/2006/relationships/notesSlide" Target="/ppt/notesSlides/notesSlide1.xml" Id="R91a7ada3551143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ccd201be147de" /><Relationship Type="http://schemas.openxmlformats.org/officeDocument/2006/relationships/notesSlide" Target="/ppt/notesSlides/notesSlide2.xml" Id="Rfdcbf7b77c61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6d2c8a3b446fa" /><Relationship Type="http://schemas.openxmlformats.org/officeDocument/2006/relationships/notesSlide" Target="/ppt/notesSlides/notesSlide3.xml" Id="R72303875e1d442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110909d344f7a" /><Relationship Type="http://schemas.openxmlformats.org/officeDocument/2006/relationships/notesSlide" Target="/ppt/notesSlides/notesSlide4.xml" Id="R7885d8d2652e46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a1dce2df14242" /><Relationship Type="http://schemas.openxmlformats.org/officeDocument/2006/relationships/notesSlide" Target="/ppt/notesSlides/notesSlide5.xml" Id="Rb62b5293eb2a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fdb8a32154ab8" /><Relationship Type="http://schemas.openxmlformats.org/officeDocument/2006/relationships/notesSlide" Target="/ppt/notesSlides/notesSlide6.xml" Id="Rcbe29a21bd8842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fb3057de4e35" /><Relationship Type="http://schemas.openxmlformats.org/officeDocument/2006/relationships/notesSlide" Target="/ppt/notesSlides/notesSlide7.xml" Id="R3e4ea0eac9c94f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d9b1f52344fe6" /><Relationship Type="http://schemas.openxmlformats.org/officeDocument/2006/relationships/notesSlide" Target="/ppt/notesSlides/notesSlide8.xml" Id="R25b24c31e9de42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8293425254189" /><Relationship Type="http://schemas.openxmlformats.org/officeDocument/2006/relationships/notesSlide" Target="/ppt/notesSlides/notesSlide9.xml" Id="R38aa2ef26bd049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5b5c0100148e1" /><Relationship Type="http://schemas.openxmlformats.org/officeDocument/2006/relationships/notesSlide" Target="/ppt/notesSlides/notesSlide10.xml" Id="R08e7ac3f3d7a4b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84e0ff5b0405e" /><Relationship Type="http://schemas.openxmlformats.org/officeDocument/2006/relationships/notesSlide" Target="/ppt/notesSlides/notesSlide11.xml" Id="R8dda632a286646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72c8bcc304965" /><Relationship Type="http://schemas.openxmlformats.org/officeDocument/2006/relationships/notesSlide" Target="/ppt/notesSlides/notesSlide12.xml" Id="Ra5b1a0cba46042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ab0c031d0454b" /><Relationship Type="http://schemas.openxmlformats.org/officeDocument/2006/relationships/notesSlide" Target="/ppt/notesSlides/notesSlide13.xml" Id="R65b5c3f07ea14c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505f320cd4334" /><Relationship Type="http://schemas.openxmlformats.org/officeDocument/2006/relationships/notesSlide" Target="/ppt/notesSlides/notesSlide14.xml" Id="R47b71ad0ab384d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6868dfd3d4a74" /><Relationship Type="http://schemas.openxmlformats.org/officeDocument/2006/relationships/notesSlide" Target="/ppt/notesSlides/notesSlide15.xml" Id="R582df37e1c28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76240F-ABBF-4F12-810D-4290ED53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模块4  GUI交互开发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5FBEF-CD54-42C2-8292-B4E2214A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11 课：告别黑框（PySide 基础与按钮）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20011-E2FA-41BE-9448-508D08D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"GUI界面处于监听状态，当捕捉到用户的'点击'事件时，触发绑定的回调函数执行。"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0774E-06B7-4628-AB30-933BF1F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F6C9B-6B8E-423D-95FB-3DDC7446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6992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EBA5B-C826-4DD5-977F-3802B908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C2B7E-FE94-439F-B8D3-18D3D676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A309-E134-4EDD-AE31-49EE18B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22BF6-96C5-4202-888B-268D01C9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57933-67F0-42B8-BBB3-E6DD0057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GUI程序平时等待事件，点击按钮后才执行对应函数。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182C7-B893-48CB-9C2D-11732782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89EE1-2758-483E-9CA1-73922CC5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6EAB7-396D-441C-8174-E5EA67B2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99759-CCC3-4F5D-AB15-B847D1E7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B320D-E33D-4AB7-AE0E-124E02A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8249E-C8F2-46ED-A3F1-F6739A4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41336-35C3-40AB-B3EC-F72022C6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618851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B0CDD5-B889-4D8C-A144-E812C511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58A51-50FC-47F3-8B69-5F7CF5C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2B9F2-052C-4ADD-9E14-9153E68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0F7B7-291F-46AC-9EF7-FA0846F6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97A34-8682-4129-B145-9B5A4C31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E33F2-139A-4F9F-BF67-2399972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78565-A10C-4CD0-8CA7-A69BEBFE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GUI程序平时等待事件，点击按钮后才执行对应函数。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4CB5E-DBC2-4E53-B5BE-C2311CF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5DDA8-2CFB-4B4B-A694-E143C123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7E055-D0D8-40C0-A4B9-C01F246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3B9F7-E0C6-456F-9312-37098ABA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用户点击 → 触发事件 → 执行回调函数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DBCD1-85AC-4AE8-A98E-DCEF48A6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8C2B5-A365-4B25-982B-DE0ADC15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39CC3-52D7-4FC4-954C-2DA6AF1F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98FDF-E0FB-4039-9F79-D8CFF5AA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创建一个窗口和按钮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9C41B-D171-4CF8-94A9-7F245FFC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507694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64770-37A1-46F1-ADF1-7A6D9B6A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6B9BF-C7DF-4DF6-9C66-F1ABB5D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7C2FC-F0F7-4910-A3AE-AEBFC47A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04A60-1CD7-49EF-B0C2-C93B6873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门铃被按下后，铃声程序才开始工作。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36F87-BD49-40BC-8E3F-F29C5A2D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53352-B77E-4634-9F7B-46782A41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7171B-3919-42A9-823B-CCE13A95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34E96-EBC3-4AC9-8FE1-AD31EF83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6D330-DD12-4F68-93E2-3E164650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78C68-B6A4-4FA2-99DC-5655C92F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071274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859995-50CE-44BE-82E8-F4AFFC34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A2D27-5126-45EB-B924-7FC7F67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DFA57-996F-4692-BFD1-96D84951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FC7CA-5E91-4D8C-BB72-FAB62BA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用户点击 → 触发事件 → 执行回调函数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557AA-350C-4D86-B36F-CBDB17DF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05346-CAFA-46E0-85BD-8DE0D7B9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按钮只负责发出事件，真正的模型操作写在函数里。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B0B7D-61B3-4A94-88BF-3C684AF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BEB58-5FFF-4684-A38A-54AA409C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981082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9EB72-AF2C-4E1C-82F6-FD10FE4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72256-A6AF-4A87-B3FA-BDF6A53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1185E-42E7-4EF7-B56D-AAC50019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EAA8C-294B-4697-A097-AA342800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36F02-1B71-41EF-8C6C-90D7E1F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点击“创建球体”，回调函数读取参数并在FreeCAD中生成对象。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F489B-0338-4B4D-BB1A-557D7336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695EB-8013-44E0-A286-EA1BDC7F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点击“创建球体”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9BB95-90D0-4F11-8B00-3496D432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99844-A096-4C0F-AA6C-F0476F9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回调函数读取参数并在FreeCAD中生成对象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300D9-657F-4984-AAAF-30B1AF4C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1997951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6C308B-4D61-45CF-B3C1-2A7E08E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EAC74-E64C-40BD-A2F0-F445FD01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92E0B-42E7-4923-ABFD-2A0DCF1A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05C2-5011-414C-997C-8505EB5C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F8714-D53E-473F-8DBC-A3B92145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B9F24-9794-4752-979C-A80BFE2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A109B-74A6-4E5D-80AF-6574ED9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07996-CAE5-4245-9D74-0BE8E476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C7BC-3FFC-4DA9-87B7-C6FF3A2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381C0-4FC7-4E3C-9618-1AFEF35A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FE198-B32F-41F9-B84D-B442F828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C8019-61F9-44F6-9340-EAD9D59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EA890-D10D-4C82-9E7B-E9D1737E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585075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9A208-08C3-47F3-8CBE-19778CDA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9149D-5E77-4940-B828-9AEA8EE7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4BD99-1470-49FE-B409-D972838E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E94F4-388B-4D86-89BB-EE3CF32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68437-6BFC-4403-99CB-A4FCBCC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2F5A7-5DBB-431E-AB5F-7C0A20D4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A3461-48EE-4C69-BFB7-4D758485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469104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FB9AE-FEA8-482B-92AA-A323F378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CFA67-352F-45AE-9521-95CC79C5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90969-2C70-44F9-AC5E-A0DF421E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9006F-AD54-47FC-BB28-E986BFD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8E703-223F-4E7D-B62D-A0D71588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from PySide import QtWidgets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App.newDocument("Lesson11")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def create_box():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box = doc.addObject("Part::Feature", "Box")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box.Shape = Part.makeBox(20, 20, 20)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doc.recompute()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window = QtWidgets.QWidget()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 = QtWidgets.QVBoxLayout(window)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button = QtWidgets.QPushButton("创建方块")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button.clicked.connect(create_box)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layout.addWidget(button)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window.show()</a:t>
            </a:r>
          </a:p>
        </p:txBody>
      </p:sp>
    </p:spTree>
    <p:extLst>
      <p:ext uri="{BB962C8B-B14F-4D97-AF65-F5344CB8AC3E}">
        <p14:creationId xmlns:p14="http://schemas.microsoft.com/office/powerpoint/2010/main" val="1789498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C5D8C9-1C61-45B0-9592-37B9C528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A6036-4629-42EE-8D12-21E10FD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4C396-D55C-4256-B3BA-C5960163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2FC1B-FCE2-4565-A03F-DEA6F820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06537-8767-4C53-91E9-B94ECE40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92A0D-8AA0-46B0-8521-8D3AB0D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41D54-6B9E-4AB9-872F-BA15505A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C331A-455F-40B1-B06E-6AB25CEE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21495-6785-422F-A1FB-7D82EA7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28C01-CDF5-430B-AB4A-BED2AB7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58A02-104C-43E7-BF29-7851A29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5DD1F-AC25-4E84-8B96-EB303B4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E63FC-29B4-4C64-BE92-6BF3ED74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DCAF2-AB6C-4149-B2DF-BFDF84E4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683F6-8310-4E19-BDB4-4D1CBE1F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78890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68DA6-EAB9-4F67-B381-16FB59B2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70345-225D-4557-9D80-29E0CBC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7F329-FB64-4D5E-90D7-B7CBF4F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092CD-D4C1-4FCF-B9D1-EE5FFED9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9AF26-F43D-4929-A2E0-E1C4D7B4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8E611-4802-47D2-889B-7AB7C3E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BFB4B-8902-4532-9E06-6390D223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4EF6D-A358-467F-A413-4D0B1E56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8F4B1-F2A6-40EB-8335-1081AF6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D3291-D234-4CB4-AA89-7C16248D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DC30C-DCEA-4A7E-A7AA-3D14808B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0BC2F-095B-4A33-937B-4F4399F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A315F-12EE-4746-9963-9E1A35E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1228310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BF3F04-BDD6-4000-B70E-EEE3154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9852-047B-4588-9044-E3EF069A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FB61D-A4B1-458F-B9B9-5810F41E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50C46-5FFD-4170-9510-2F0512D8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9AE81-A483-4199-8D15-EF6B63A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按钮没有连接回调函数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2CA27-4379-4774-9B78-A9FF5DA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A752C-6EF9-418C-8481-06FBF3D2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窗口创建后没有show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FFB59-2991-428F-8121-6E4D32A1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1273F-8E52-4C07-9BDF-B445D6A8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把模型代码写在错误作用域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56C34-3D3D-45D4-A28D-F98CC2BE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BA6F1-14C8-4ACC-80F5-48156066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11274317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928412-F30C-451F-A110-590718EA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CFB40-E919-4ECD-983E-C011BD6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DD2F1-F3B5-4D11-930F-D0634032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E78CC-8836-42B0-A712-CF4B9696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36423-4513-4E74-8D29-2481E9D8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21420-FE6B-4B74-9548-DCA138B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创建一个窗口和按钮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CF5E9-3ABF-4AF4-82C7-FC1F9BD1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9F125-12B3-4547-B6CD-A5A2B4A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B2639-C3C0-4C53-BE3A-D144E76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64C44-4A1C-4F26-87B9-0966E3E7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点击按钮生成球体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3A793-5F37-44E0-ABBE-69C725AD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9C670-D733-45E4-9A46-BEB152EC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FEA5B-EB9F-4136-8923-F5BA9E63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BD935-922F-4EC9-BC9B-F3647404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修改按钮文字并增加颜色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48CD1-8CC9-48C1-B0BC-364ADEF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6ABB5-23B7-47D4-9EB1-7BA5706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3476516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8EABB-2249-4F86-88F8-C6FA29CD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606DE-90A4-4393-B4B5-4DD97463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D7F9A-2876-4CE9-9152-3C68B2FF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23875-534D-4D0E-AB5A-3F909F10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EEF6E-3114-4C86-ABC8-1C709613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70A03-F2A3-45BB-834E-75A8A2A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3EBC0-5D14-41CA-8653-B5E93AD4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409D8-B865-435C-9A86-A77656A4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4EA42-7FAD-477D-B4F1-A3A61888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77C68-CB87-405F-8ADC-7BBC6155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77EFF-DC23-45B1-AF9A-161E47D4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58BA4-F307-4712-9BF7-878F4422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0AECD-A871-46F6-B715-1D0FBBA2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5228B-495E-4ACD-8060-A44CEEC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EDD76-891A-4195-A7E7-49D198B9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08E42-DDDE-4ADD-9225-F6F366B2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5331337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0E0570-DCD3-47F8-BE79-0C32D0B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A33BB-B04E-4087-AD6E-CDD83FBA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15780-0CDB-44E0-9FCE-BE3AC6F2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9ABF2-E10B-4B67-B1C7-4BA2FED2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15317-C6E6-413F-8A91-027D2CA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FEB01-B447-45AE-9602-DCDD457B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9D41A-27B3-49B5-A741-4688979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36662-11B3-4F93-835D-55A777B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8D4B5-DD0F-45C4-A848-7BDF6682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49F80-4FBF-4E72-A916-CF1FA918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保存文件：第11课_班级_匿名编号.FCStd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F31B7-8EB2-4088-BD44-C9ECB20B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0034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2026-07-12T00:12:11.1880000Z</dcterms:created>
  <dcterms:modified xsi:type="dcterms:W3CDTF">2026-07-12T00:12:11.1880000Z</dcterms:modified>
</coreProperties>
</file>