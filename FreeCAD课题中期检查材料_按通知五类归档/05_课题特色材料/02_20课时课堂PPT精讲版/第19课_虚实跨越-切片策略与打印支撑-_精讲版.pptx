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451c17a77c41ea" /><Relationship Type="http://schemas.openxmlformats.org/officeDocument/2006/relationships/extended-properties" Target="/docProps/app.xml" Id="Rd8d9e405ab4345e9" /><Relationship Type="http://schemas.openxmlformats.org/officeDocument/2006/relationships/officeDocument" Target="/ppt/presentation.xml" Id="R775cca13d73648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d0e37b99cd44a4"/>
  </p:sldMasterIdLst>
  <p:notesMasterIdLst>
    <p:notesMasterId xmlns:r="http://schemas.openxmlformats.org/officeDocument/2006/relationships" r:id="R5633eee0a2e44dfd"/>
  </p:notesMasterIdLst>
  <p:sldIdLst>
    <p:sldId xmlns:r="http://schemas.openxmlformats.org/officeDocument/2006/relationships" id="256" r:id="R0bf66b4a307c4da0"/>
    <p:sldId xmlns:r="http://schemas.openxmlformats.org/officeDocument/2006/relationships" id="257" r:id="R61c9002c79694785"/>
    <p:sldId xmlns:r="http://schemas.openxmlformats.org/officeDocument/2006/relationships" id="258" r:id="Rc197950072e44a5b"/>
    <p:sldId xmlns:r="http://schemas.openxmlformats.org/officeDocument/2006/relationships" id="259" r:id="R03e29a3851ca4c1c"/>
    <p:sldId xmlns:r="http://schemas.openxmlformats.org/officeDocument/2006/relationships" id="260" r:id="Rd8d2d0faf1284bf2"/>
    <p:sldId xmlns:r="http://schemas.openxmlformats.org/officeDocument/2006/relationships" id="261" r:id="Rb448bcdc058d4c9a"/>
    <p:sldId xmlns:r="http://schemas.openxmlformats.org/officeDocument/2006/relationships" id="262" r:id="Rbfcc7fccdc254f2e"/>
    <p:sldId xmlns:r="http://schemas.openxmlformats.org/officeDocument/2006/relationships" id="263" r:id="R499bb54aa549448a"/>
    <p:sldId xmlns:r="http://schemas.openxmlformats.org/officeDocument/2006/relationships" id="264" r:id="R86f9fab5224746a4"/>
    <p:sldId xmlns:r="http://schemas.openxmlformats.org/officeDocument/2006/relationships" id="265" r:id="R451ce5a723024e78"/>
    <p:sldId xmlns:r="http://schemas.openxmlformats.org/officeDocument/2006/relationships" id="266" r:id="Rb9185cc40f044cd5"/>
    <p:sldId xmlns:r="http://schemas.openxmlformats.org/officeDocument/2006/relationships" id="267" r:id="R3220f2cd5a6444cf"/>
    <p:sldId xmlns:r="http://schemas.openxmlformats.org/officeDocument/2006/relationships" id="268" r:id="R386e609ac97344ef"/>
    <p:sldId xmlns:r="http://schemas.openxmlformats.org/officeDocument/2006/relationships" id="269" r:id="Re319ff3e9c5a4720"/>
    <p:sldId xmlns:r="http://schemas.openxmlformats.org/officeDocument/2006/relationships" id="270" r:id="R2ce200b630ee4e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c1517f7667486f" /><Relationship Type="http://schemas.openxmlformats.org/officeDocument/2006/relationships/slideMaster" Target="/ppt/slideMasters/slideMaster1.xml" Id="Rdad0e37b99cd44a4" /><Relationship Type="http://schemas.openxmlformats.org/officeDocument/2006/relationships/notesMaster" Target="/ppt/notesMasters/notesMaster1.xml" Id="R5633eee0a2e44dfd" /><Relationship Type="http://schemas.openxmlformats.org/officeDocument/2006/relationships/presProps" Target="/ppt/presProps.xml" Id="R33c12e0eb75e40fd" /><Relationship Type="http://schemas.openxmlformats.org/officeDocument/2006/relationships/tableStyles" Target="/ppt/tableStyles.xml" Id="Rd1e70b26d900411a" /><Relationship Type="http://schemas.openxmlformats.org/officeDocument/2006/relationships/slide" Target="/ppt/slides/slide1.xml" Id="R0bf66b4a307c4da0" /><Relationship Type="http://schemas.openxmlformats.org/officeDocument/2006/relationships/slide" Target="/ppt/slides/slide2.xml" Id="R61c9002c79694785" /><Relationship Type="http://schemas.openxmlformats.org/officeDocument/2006/relationships/slide" Target="/ppt/slides/slide3.xml" Id="Rc197950072e44a5b" /><Relationship Type="http://schemas.openxmlformats.org/officeDocument/2006/relationships/slide" Target="/ppt/slides/slide4.xml" Id="R03e29a3851ca4c1c" /><Relationship Type="http://schemas.openxmlformats.org/officeDocument/2006/relationships/slide" Target="/ppt/slides/slide5.xml" Id="Rd8d2d0faf1284bf2" /><Relationship Type="http://schemas.openxmlformats.org/officeDocument/2006/relationships/slide" Target="/ppt/slides/slide6.xml" Id="Rb448bcdc058d4c9a" /><Relationship Type="http://schemas.openxmlformats.org/officeDocument/2006/relationships/slide" Target="/ppt/slides/slide7.xml" Id="Rbfcc7fccdc254f2e" /><Relationship Type="http://schemas.openxmlformats.org/officeDocument/2006/relationships/slide" Target="/ppt/slides/slide8.xml" Id="R499bb54aa549448a" /><Relationship Type="http://schemas.openxmlformats.org/officeDocument/2006/relationships/slide" Target="/ppt/slides/slide9.xml" Id="R86f9fab5224746a4" /><Relationship Type="http://schemas.openxmlformats.org/officeDocument/2006/relationships/slide" Target="/ppt/slides/slide10.xml" Id="R451ce5a723024e78" /><Relationship Type="http://schemas.openxmlformats.org/officeDocument/2006/relationships/slide" Target="/ppt/slides/slide11.xml" Id="Rb9185cc40f044cd5" /><Relationship Type="http://schemas.openxmlformats.org/officeDocument/2006/relationships/slide" Target="/ppt/slides/slide12.xml" Id="R3220f2cd5a6444cf" /><Relationship Type="http://schemas.openxmlformats.org/officeDocument/2006/relationships/slide" Target="/ppt/slides/slide13.xml" Id="R386e609ac97344ef" /><Relationship Type="http://schemas.openxmlformats.org/officeDocument/2006/relationships/slide" Target="/ppt/slides/slide14.xml" Id="Re319ff3e9c5a4720" /><Relationship Type="http://schemas.openxmlformats.org/officeDocument/2006/relationships/slide" Target="/ppt/slides/slide15.xml" Id="R2ce200b630ee4e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f77fedfd4244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2169bf567b4a93" /><Relationship Type="http://schemas.openxmlformats.org/officeDocument/2006/relationships/notesMaster" Target="/ppt/notesMasters/notesMaster1.xml" Id="Rca7ec02958a24a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8fc3e2c8394d25" /><Relationship Type="http://schemas.openxmlformats.org/officeDocument/2006/relationships/notesMaster" Target="/ppt/notesMasters/notesMaster1.xml" Id="Rcd4834f18b0649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0cc2768a1b42c9" /><Relationship Type="http://schemas.openxmlformats.org/officeDocument/2006/relationships/notesMaster" Target="/ppt/notesMasters/notesMaster1.xml" Id="R9bee54edcb1a4d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ea03cdaeae4641" /><Relationship Type="http://schemas.openxmlformats.org/officeDocument/2006/relationships/notesMaster" Target="/ppt/notesMasters/notesMaster1.xml" Id="R5fc6e51ad23241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a161df4bbf4ed2" /><Relationship Type="http://schemas.openxmlformats.org/officeDocument/2006/relationships/notesMaster" Target="/ppt/notesMasters/notesMaster1.xml" Id="R7ea43944d17c43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43cd8934124511" /><Relationship Type="http://schemas.openxmlformats.org/officeDocument/2006/relationships/notesMaster" Target="/ppt/notesMasters/notesMaster1.xml" Id="R19655815b45f4f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07435585314075" /><Relationship Type="http://schemas.openxmlformats.org/officeDocument/2006/relationships/notesMaster" Target="/ppt/notesMasters/notesMaster1.xml" Id="R1653be2594c645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5eddded6dc4df8" /><Relationship Type="http://schemas.openxmlformats.org/officeDocument/2006/relationships/notesMaster" Target="/ppt/notesMasters/notesMaster1.xml" Id="Rafb647c347cd42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8966ddff634731" /><Relationship Type="http://schemas.openxmlformats.org/officeDocument/2006/relationships/notesMaster" Target="/ppt/notesMasters/notesMaster1.xml" Id="R387d41460a6047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4e74362855489e" /><Relationship Type="http://schemas.openxmlformats.org/officeDocument/2006/relationships/notesMaster" Target="/ppt/notesMasters/notesMaster1.xml" Id="R9438e560c64440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aef01f57144807" /><Relationship Type="http://schemas.openxmlformats.org/officeDocument/2006/relationships/notesMaster" Target="/ppt/notesMasters/notesMaster1.xml" Id="R8d03478f34634b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cad95fb6e94bd3" /><Relationship Type="http://schemas.openxmlformats.org/officeDocument/2006/relationships/notesMaster" Target="/ppt/notesMasters/notesMaster1.xml" Id="R66bda28cafc74d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7707561c1144c6" /><Relationship Type="http://schemas.openxmlformats.org/officeDocument/2006/relationships/notesMaster" Target="/ppt/notesMasters/notesMaster1.xml" Id="R4aa7ac85d1b848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ab062bc1f243cc" /><Relationship Type="http://schemas.openxmlformats.org/officeDocument/2006/relationships/notesMaster" Target="/ppt/notesMasters/notesMaster1.xml" Id="Re9dd9de6598849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145fc6d3f9486e" /><Relationship Type="http://schemas.openxmlformats.org/officeDocument/2006/relationships/notesMaster" Target="/ppt/notesMasters/notesMaster1.xml" Id="R67e68fa6f3e74a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785758df14d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e58f0dc76c4f6e" /><Relationship Type="http://schemas.openxmlformats.org/officeDocument/2006/relationships/slideLayout" Target="/ppt/slideLayouts/slideLayout1.xml" Id="R2d7b514de62e48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7b514de62e48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b21e331c345bf" /><Relationship Type="http://schemas.openxmlformats.org/officeDocument/2006/relationships/notesSlide" Target="/ppt/notesSlides/notesSlide1.xml" Id="R9d0388cf734b43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df7b9642c435c" /><Relationship Type="http://schemas.openxmlformats.org/officeDocument/2006/relationships/notesSlide" Target="/ppt/notesSlides/notesSlide2.xml" Id="R88f0ad4906e743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b484406d14783" /><Relationship Type="http://schemas.openxmlformats.org/officeDocument/2006/relationships/notesSlide" Target="/ppt/notesSlides/notesSlide3.xml" Id="R2b9c49d1e8434b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1480a01fd4cb2" /><Relationship Type="http://schemas.openxmlformats.org/officeDocument/2006/relationships/notesSlide" Target="/ppt/notesSlides/notesSlide4.xml" Id="R1fd3d698277e45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388154baf4cb3" /><Relationship Type="http://schemas.openxmlformats.org/officeDocument/2006/relationships/notesSlide" Target="/ppt/notesSlides/notesSlide5.xml" Id="Reaad6e646aab47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53f06ab21448d" /><Relationship Type="http://schemas.openxmlformats.org/officeDocument/2006/relationships/notesSlide" Target="/ppt/notesSlides/notesSlide6.xml" Id="Ra47f1e1e824942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bdb8aba7b4cfa" /><Relationship Type="http://schemas.openxmlformats.org/officeDocument/2006/relationships/notesSlide" Target="/ppt/notesSlides/notesSlide7.xml" Id="R251a4e54c85842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bf9de07264bda" /><Relationship Type="http://schemas.openxmlformats.org/officeDocument/2006/relationships/notesSlide" Target="/ppt/notesSlides/notesSlide8.xml" Id="Rf53b5282f9a24f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887f2c69b42fe" /><Relationship Type="http://schemas.openxmlformats.org/officeDocument/2006/relationships/notesSlide" Target="/ppt/notesSlides/notesSlide9.xml" Id="R28c420d2de744d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c6c1957de4431" /><Relationship Type="http://schemas.openxmlformats.org/officeDocument/2006/relationships/notesSlide" Target="/ppt/notesSlides/notesSlide10.xml" Id="Rc76826b33f6847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cd79332b74efb" /><Relationship Type="http://schemas.openxmlformats.org/officeDocument/2006/relationships/notesSlide" Target="/ppt/notesSlides/notesSlide11.xml" Id="Rcab353fb1c1a47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d0b2c5dba488f" /><Relationship Type="http://schemas.openxmlformats.org/officeDocument/2006/relationships/notesSlide" Target="/ppt/notesSlides/notesSlide12.xml" Id="R7ea1a1e36a1042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59250340c4a69" /><Relationship Type="http://schemas.openxmlformats.org/officeDocument/2006/relationships/notesSlide" Target="/ppt/notesSlides/notesSlide13.xml" Id="R8666e073e0f048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c380b44ce46d7" /><Relationship Type="http://schemas.openxmlformats.org/officeDocument/2006/relationships/notesSlide" Target="/ppt/notesSlides/notesSlide14.xml" Id="R1dcbbab4cf1045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af41873bb4331" /><Relationship Type="http://schemas.openxmlformats.org/officeDocument/2006/relationships/notesSlide" Target="/ppt/notesSlides/notesSlide15.xml" Id="Rf547551d54634c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9C67BC-B050-4E37-AFB0-8AC1E11E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模块6  终极项目与3D打印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74B38-971A-4DE3-AE0B-656B7E48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19 课：虚实跨越（切片策略与打印支撑）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FCFA5-0CE0-46F9-83C0-E8247190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"熔融塑料若下方悬空超过45度，将因重力塌陷，必须添加辅助支撑。"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09B07-1198-4DC6-8108-6BC1B817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CA305-8138-4F1D-8A5B-53F1FF2B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3740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3AA008-08D1-4765-A22F-EB586EAB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167B4-02B4-4A17-AF09-EB6987B9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0EFF4-BC68-44DB-A719-3B6768DD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172E0-06F1-4106-8787-D950739E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479CF-0B78-4AEB-B1E4-89181AF6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切片把模型分成很多薄层；支撑用于托住悬空或大角度外伸部分。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766A4-C83C-499D-8DC4-2E63FADF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C622F-6AFC-4BF1-8B30-12DD8C1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92BB0-9035-41FA-B93A-C9AFDCCE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D8D90-1CA5-44EA-9CE1-0EC00579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31708-D34E-43BA-B40A-7F1C8372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9479A-75FC-41D7-88B4-D91D8353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5175E-AC38-464F-929F-E5AA562B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770733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BA667A-B94E-4A6E-B6AD-66ED11D8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DA37A-1241-4CCB-A8B3-77625EEA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5E652-F1E6-4262-9B06-3E5AD5C0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3ECF6-6DBD-42C0-8929-DE8DE8E3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A441F-D173-46C3-8D40-4BFDE040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DF1C8-199D-4C5F-87A1-22CFD4E0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FBA04-EE47-4A15-B341-E4BDA9B0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切片把模型分成很多薄层；支撑用于托住悬空或大角度外伸部分。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84794-9973-4C67-BF0B-5817518E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08306-69D1-4B36-8DDA-840445A2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1395F-5F8D-4ACF-95D0-1DBD9BC6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9492F-4348-4B8A-9951-5B04B433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打印层数 = 模型高度 ÷ 层高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6831D-2FF2-479B-BD7C-3CC3C7E1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33656-BC4A-44EE-BFE7-0FAA7FF0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CC30D-BF84-494E-A55A-F168844A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42E89-D69E-4D90-9911-83864ADE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导出STL并导入Cura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F059C-CFDB-4A45-B0DA-28FDD266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2078188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22A39-3812-4FFE-831B-D08F7688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65E39-0739-4302-A0CB-27298EA6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7BA3B-0D0B-4627-B1B5-78ACFD2F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8A6E0-896A-4AD7-9B82-D2077F25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像把一本厚书拆成很多薄纸页，再逐页打印。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C2492-92CF-4E94-BD18-EC9A5F28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1E967-C081-41E3-A148-DEA2E734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2DF52-680A-4854-8374-E337FAB2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99BAA-561A-4120-BD3A-7E8B6B8D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CACA1-D1FD-4737-AC55-594B7C2C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04C65-CE77-41C7-B965-4B9EE3AC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4748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89937A-AC13-4418-BB38-AEA028A8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EC235-4995-4C14-9E6D-7D9939B5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63ED4-3266-4A6E-ADDB-8633259F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54E65-97C3-4DFE-A870-553477C9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打印层数 = 模型高度 ÷ 层高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AD301-B3D4-4F25-B093-958DAD93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3BD05-5203-4FA6-9159-82DDEBB0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层高越小，层数越多，表面更细，但打印更久。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3A0DB-C655-496E-8E5B-E7724863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FDDEF-7C7B-4390-8B4F-94567A96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7160948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161162-6050-44B4-804F-A33E06B7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7947A-FA29-41A5-A53B-44C32E88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2BC4E-A588-4490-A2B7-994DB4C8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5DF9D-FD4D-43C6-9108-463EABA5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B2914-974C-4276-B147-E6C29C26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模型高30毫米，层高0.2毫米：30÷0.2=150层。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11470-603E-44F9-B78B-713D021F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64F73-2415-437E-85D6-EAA3D763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模型高30毫米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75470-CC8E-4B52-8940-BFE1A376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6AD08-120C-4788-84D5-F0A5022E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层高0.2毫米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04FF3-4BA9-4817-AEB3-300E6257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88632-17C7-4B6D-93E7-2A658570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30÷0.2=150层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E48C6-FF30-4ED5-BCC6-5812D197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5688796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9EC441-B5C8-4587-BB00-D51DFF2E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40170-4891-4DB3-801E-DFB3F8C9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CDCC3-A3E1-4B18-ACCF-F07FE203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6EFC1-F3DF-4720-B378-E097AC8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929C6-E350-4175-B908-4ADACB7F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97E01-90F4-458F-ABC7-31BC95FD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2EABB-4051-403B-935C-E7FC5761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73471-2490-43DB-BF20-ADB0C06E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A69E1-CA36-49E2-AD4E-E83062F1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F7EFF-C619-40B8-B0D8-CDA25EE2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4CE3E-C3F8-4A3E-BE78-7F5DAB09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3E4E8-1F0C-426B-84D7-F08983CB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338CA-C704-4AF0-AB7C-FB787379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18437718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DE03E0-0A9A-4BB9-9DDA-8650B321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A81C6-1A61-455F-BF95-ABCE66CF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9C1FD-6338-4D4E-847B-1E9BD78B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4F80B-38B2-447B-8402-5FC42379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C3BF1-BF9F-46D7-AF48-F88CC78F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99EE1-EB57-4CB7-A89F-ECE050A2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CC6BA-8D0B-4693-A562-DF811AA6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文档：取得当前文档，没有则新建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162050" y="28289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476AF-6644-4A28-98C7-6DB17352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9F6FC-E75C-4401-89D6-CA00A2DB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建模：创建几何体并加入文档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162050" y="36099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02DAC-BF12-41A5-84BF-3CE3FE8D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6B094-1ACF-4EC6-8EA7-93700D6A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刷新：重新计算并更新三维视图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1F3CF-6447-471B-9413-C0957C29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65AC5-D0F1-4877-8567-89C1F952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8240455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F49310-1FF5-40F4-9E8C-4C6C457F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BF32C-E177-4AA7-A082-D46467C7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12B0D-3690-4572-8A8D-5BD410B8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EDBB3-D344-4AEC-8697-2AC14B7F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A5728-F847-442A-A02F-99C4D4F4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Part, Mesh, os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App.newDocument("Lesson19")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model = doc.addObject("Part::Feature", "PrintModel")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model.Shape = Part.makeBox(20, 20, 10)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doc.recompute()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print("模型有效：", model.Shape.isValid())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print("模型封闭：", model.Shape.isClosed())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home = os.path.expanduser("~")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desktop = os.path.join(home, "Desktop")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path = os.path.join(desktop, "Lesson19.stl")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Mesh.export([model], path)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print("STL已导出：", path)</a:t>
            </a:r>
          </a:p>
        </p:txBody>
      </p:sp>
    </p:spTree>
    <p:extLst>
      <p:ext uri="{BB962C8B-B14F-4D97-AF65-F5344CB8AC3E}">
        <p14:creationId xmlns:p14="http://schemas.microsoft.com/office/powerpoint/2010/main" val="335791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114A02-E148-455E-88D0-766ABF01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2B933-5FB0-48D1-9645-7240269B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FC6FF-0A73-4942-BF09-8C2BD376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917F4-0227-4319-BC70-71B16353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0DF6F-2ABB-4438-966C-10DF30B1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B19A3-98B7-444C-8AD9-1D0C584E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E37C9-2CB5-4B36-BF87-EA0E7C93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6103F-3A8C-44B9-9282-8F23E5CC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773EB-8923-434C-983E-0135C708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257B7-F06C-4473-BBD2-91509B2E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8DC19-3B87-45A7-AEBD-FE6B729C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005D8-2B28-41CA-A81E-BCA71ED1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E2CFD-568E-4B61-975E-F08AF452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F3810-D0B8-4D74-A12C-7DE32E52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AE8A2-7A67-41FD-8089-2CE1B92F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10834492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79A0D3-6102-436F-9758-48E94F63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A2821-98C4-4016-9234-BBFE2364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D1D87-FFE7-4866-A7B7-725BDDDE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29355-71AF-4B52-AF0D-AA5B8D6E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54086-D0E8-4759-8DF3-592ECBAC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08066-B71B-4637-8488-5275D08D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6A3B5-8715-43CB-9AB4-12B43328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609CE-3222-488E-8638-3DDDA8A5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213C6-C5F8-4615-BD32-A13CBCE2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84DF9-2128-4F07-A058-95A830A2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95D2D-480C-4A8B-B246-786C2079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73C77-C5F8-4C9F-AF1E-F1E63B8E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9EA0D-AEF1-44F7-A7BA-11F896A0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19024633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DE744A-AE2B-483D-BB4C-85CD691C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72EF8-7D4A-4001-9448-3EF49B63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11E8A-7525-47FE-BDE7-08FD0815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8B91C-B831-483B-889B-312BCAF8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9D91A-B779-43E8-9B1E-C80BA1E9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STL单位或比例错误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FB0BA-D570-4D30-A79C-B5CB47F0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773D8-93E3-4814-9EF8-491A599F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没有检查模型是否封闭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40B3C-F83F-4852-BEE0-9DA326E5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6B2BC-6231-4A88-AAED-56EDDDDF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支撑过多难拆，过少会塌陷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9D9E6-0896-4B1A-91B3-034D3915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4C227-654E-4607-B119-23497AED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6481019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E2A1D8-2A42-4B57-AA52-20461F30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51755-7A96-4098-8D7D-2438D709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D2FD3-56F9-4BC6-9453-85F05C98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1F1AC-868D-4A5E-A13A-82F398F1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FC90B-4309-44B0-A67B-7FEACEC3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64AC9-B93C-496C-BD60-69E4266A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导出STL并导入Cura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CB9DF-A192-47B8-A6B6-978A1112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7DE5F-AEBE-4B95-B89C-D77D16D7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0D734-AD79-4CE2-AEFE-1C71C30F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FB6F5-74D3-41A5-86C8-5843F017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比较0.2与0.1层高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92C24-7CEF-42D6-971D-85D766B6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5BEC8-24E2-4781-BC09-9A096E7E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A42AD-745F-4B8E-897A-E54A8829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597F1-E5B7-4216-B2EE-0671762A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调整摆放方向减少支撑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4C51C-6087-4662-A06E-4F9B1861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E3586-F43E-4D79-982A-5694AAA0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13068692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E0B4C7-2BE5-4449-827C-F66B5904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355C7-7431-47B7-9062-7FDEF0FF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3EF0B-EBBE-4C1A-A53B-E352E193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DCE5A-1D1A-4A0C-AF6C-80057947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C1B52-4F3B-4EF2-9EAA-B1468D23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B0FB8-6B33-4C44-8784-366E1F33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44D09-65E9-4C42-9354-5BCC105E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EB4D3-83F6-4D3E-8BEF-50554A8D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6225A-041C-444C-A283-C3DEB5FE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00A11-EFF4-4E87-B999-D29630AC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AD89F-B8A8-4F05-B250-008F6CE9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56E0E-1042-4671-87B1-AE4C1C67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B40AA-87C4-4C3C-87F1-AB594493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A7ADF-B721-46A9-A624-563F147B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DA760-8A6D-49DC-B283-1FEEC5CB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9114D-7A39-48D4-888C-A5633E8A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13757533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6E6FD2-E9B2-4A19-9DB4-F0BC5AA5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55B41-C53C-442E-AEAC-333D97C2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CB1BB-FD48-41A2-8C33-91E6C846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B5FD7-6129-4889-8DE8-BF4A5AC9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6B812-0708-4AF7-B5BD-8CC30170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043B9-44ED-406C-B1EE-EE5C696F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A6532-0C7A-4876-9DC5-16F2A5AF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65C6F-B9EA-448C-8C4D-FFB84D28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B83BF-D5C6-408D-9326-5DE80BBC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9F8A9-9071-4CCA-95E1-9679501D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保存文件：第19课_班级_匿名编号.FCStd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5F655-A3C0-49AD-8AA4-AAC7EEDC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44711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2026-07-12T00:12:13.5800000Z</dcterms:created>
  <dcterms:modified xsi:type="dcterms:W3CDTF">2026-07-12T00:12:13.5800000Z</dcterms:modified>
</coreProperties>
</file>