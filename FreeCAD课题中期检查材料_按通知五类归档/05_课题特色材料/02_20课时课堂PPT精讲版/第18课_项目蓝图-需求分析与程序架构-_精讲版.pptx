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8e6d41ff0243f2" /><Relationship Type="http://schemas.openxmlformats.org/officeDocument/2006/relationships/extended-properties" Target="/docProps/app.xml" Id="R3d6342c731b24538" /><Relationship Type="http://schemas.openxmlformats.org/officeDocument/2006/relationships/officeDocument" Target="/ppt/presentation.xml" Id="R52d91cb04ab1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68fd4fca8a448a"/>
  </p:sldMasterIdLst>
  <p:notesMasterIdLst>
    <p:notesMasterId xmlns:r="http://schemas.openxmlformats.org/officeDocument/2006/relationships" r:id="R8624db0fd0f8420b"/>
  </p:notesMasterIdLst>
  <p:sldIdLst>
    <p:sldId xmlns:r="http://schemas.openxmlformats.org/officeDocument/2006/relationships" id="256" r:id="Re65f9a2d5eff4eb1"/>
    <p:sldId xmlns:r="http://schemas.openxmlformats.org/officeDocument/2006/relationships" id="257" r:id="Re94a16c103e44115"/>
    <p:sldId xmlns:r="http://schemas.openxmlformats.org/officeDocument/2006/relationships" id="258" r:id="R7f3f2af9fceb44c7"/>
    <p:sldId xmlns:r="http://schemas.openxmlformats.org/officeDocument/2006/relationships" id="259" r:id="R5a61a8bede5c46b3"/>
    <p:sldId xmlns:r="http://schemas.openxmlformats.org/officeDocument/2006/relationships" id="260" r:id="Rd3eaf02b227349d2"/>
    <p:sldId xmlns:r="http://schemas.openxmlformats.org/officeDocument/2006/relationships" id="261" r:id="R60a734dd08ce46bf"/>
    <p:sldId xmlns:r="http://schemas.openxmlformats.org/officeDocument/2006/relationships" id="262" r:id="R4d48a9e55c134b0b"/>
    <p:sldId xmlns:r="http://schemas.openxmlformats.org/officeDocument/2006/relationships" id="263" r:id="Rc8ac032fd9c34f62"/>
    <p:sldId xmlns:r="http://schemas.openxmlformats.org/officeDocument/2006/relationships" id="264" r:id="Raa5b1b73b3ad499a"/>
    <p:sldId xmlns:r="http://schemas.openxmlformats.org/officeDocument/2006/relationships" id="265" r:id="Rb57363da8aa44176"/>
    <p:sldId xmlns:r="http://schemas.openxmlformats.org/officeDocument/2006/relationships" id="266" r:id="Re045f040e00848c6"/>
    <p:sldId xmlns:r="http://schemas.openxmlformats.org/officeDocument/2006/relationships" id="267" r:id="Rb01144bb100e434f"/>
    <p:sldId xmlns:r="http://schemas.openxmlformats.org/officeDocument/2006/relationships" id="268" r:id="R14d5ccf73c8944bc"/>
    <p:sldId xmlns:r="http://schemas.openxmlformats.org/officeDocument/2006/relationships" id="269" r:id="Rf2866bba5fa045d6"/>
    <p:sldId xmlns:r="http://schemas.openxmlformats.org/officeDocument/2006/relationships" id="270" r:id="R58ea40e10f6b41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d635bdd21c4234" /><Relationship Type="http://schemas.openxmlformats.org/officeDocument/2006/relationships/slideMaster" Target="/ppt/slideMasters/slideMaster1.xml" Id="R3168fd4fca8a448a" /><Relationship Type="http://schemas.openxmlformats.org/officeDocument/2006/relationships/notesMaster" Target="/ppt/notesMasters/notesMaster1.xml" Id="R8624db0fd0f8420b" /><Relationship Type="http://schemas.openxmlformats.org/officeDocument/2006/relationships/presProps" Target="/ppt/presProps.xml" Id="R56efa02c8fb246e1" /><Relationship Type="http://schemas.openxmlformats.org/officeDocument/2006/relationships/tableStyles" Target="/ppt/tableStyles.xml" Id="R9e9a4e3ffbe046cf" /><Relationship Type="http://schemas.openxmlformats.org/officeDocument/2006/relationships/slide" Target="/ppt/slides/slide1.xml" Id="Re65f9a2d5eff4eb1" /><Relationship Type="http://schemas.openxmlformats.org/officeDocument/2006/relationships/slide" Target="/ppt/slides/slide2.xml" Id="Re94a16c103e44115" /><Relationship Type="http://schemas.openxmlformats.org/officeDocument/2006/relationships/slide" Target="/ppt/slides/slide3.xml" Id="R7f3f2af9fceb44c7" /><Relationship Type="http://schemas.openxmlformats.org/officeDocument/2006/relationships/slide" Target="/ppt/slides/slide4.xml" Id="R5a61a8bede5c46b3" /><Relationship Type="http://schemas.openxmlformats.org/officeDocument/2006/relationships/slide" Target="/ppt/slides/slide5.xml" Id="Rd3eaf02b227349d2" /><Relationship Type="http://schemas.openxmlformats.org/officeDocument/2006/relationships/slide" Target="/ppt/slides/slide6.xml" Id="R60a734dd08ce46bf" /><Relationship Type="http://schemas.openxmlformats.org/officeDocument/2006/relationships/slide" Target="/ppt/slides/slide7.xml" Id="R4d48a9e55c134b0b" /><Relationship Type="http://schemas.openxmlformats.org/officeDocument/2006/relationships/slide" Target="/ppt/slides/slide8.xml" Id="Rc8ac032fd9c34f62" /><Relationship Type="http://schemas.openxmlformats.org/officeDocument/2006/relationships/slide" Target="/ppt/slides/slide9.xml" Id="Raa5b1b73b3ad499a" /><Relationship Type="http://schemas.openxmlformats.org/officeDocument/2006/relationships/slide" Target="/ppt/slides/slide10.xml" Id="Rb57363da8aa44176" /><Relationship Type="http://schemas.openxmlformats.org/officeDocument/2006/relationships/slide" Target="/ppt/slides/slide11.xml" Id="Re045f040e00848c6" /><Relationship Type="http://schemas.openxmlformats.org/officeDocument/2006/relationships/slide" Target="/ppt/slides/slide12.xml" Id="Rb01144bb100e434f" /><Relationship Type="http://schemas.openxmlformats.org/officeDocument/2006/relationships/slide" Target="/ppt/slides/slide13.xml" Id="R14d5ccf73c8944bc" /><Relationship Type="http://schemas.openxmlformats.org/officeDocument/2006/relationships/slide" Target="/ppt/slides/slide14.xml" Id="Rf2866bba5fa045d6" /><Relationship Type="http://schemas.openxmlformats.org/officeDocument/2006/relationships/slide" Target="/ppt/slides/slide15.xml" Id="R58ea40e10f6b41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c575ffa85a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e87129d8fb4fab" /><Relationship Type="http://schemas.openxmlformats.org/officeDocument/2006/relationships/notesMaster" Target="/ppt/notesMasters/notesMaster1.xml" Id="Rd331276f6b0f46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5d3d8d0a954543" /><Relationship Type="http://schemas.openxmlformats.org/officeDocument/2006/relationships/notesMaster" Target="/ppt/notesMasters/notesMaster1.xml" Id="R0ab45ba344a64b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525a71e4884166" /><Relationship Type="http://schemas.openxmlformats.org/officeDocument/2006/relationships/notesMaster" Target="/ppt/notesMasters/notesMaster1.xml" Id="R7a413c87a04044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45d4497894a6c" /><Relationship Type="http://schemas.openxmlformats.org/officeDocument/2006/relationships/notesMaster" Target="/ppt/notesMasters/notesMaster1.xml" Id="R3cfe8fe3e23a41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c5f0db33ae4163" /><Relationship Type="http://schemas.openxmlformats.org/officeDocument/2006/relationships/notesMaster" Target="/ppt/notesMasters/notesMaster1.xml" Id="R6f9e544925b343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5afa85a9da41ee" /><Relationship Type="http://schemas.openxmlformats.org/officeDocument/2006/relationships/notesMaster" Target="/ppt/notesMasters/notesMaster1.xml" Id="Rf1f0a2519a914e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411b39efcb4ca1" /><Relationship Type="http://schemas.openxmlformats.org/officeDocument/2006/relationships/notesMaster" Target="/ppt/notesMasters/notesMaster1.xml" Id="R2901ff27559244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d2964a91da4b53" /><Relationship Type="http://schemas.openxmlformats.org/officeDocument/2006/relationships/notesMaster" Target="/ppt/notesMasters/notesMaster1.xml" Id="R5cb19b01ed8a4e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134b3416f4487" /><Relationship Type="http://schemas.openxmlformats.org/officeDocument/2006/relationships/notesMaster" Target="/ppt/notesMasters/notesMaster1.xml" Id="Rdd6f0eae57824e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4c6f083c3f47ac" /><Relationship Type="http://schemas.openxmlformats.org/officeDocument/2006/relationships/notesMaster" Target="/ppt/notesMasters/notesMaster1.xml" Id="R587efa7cd82740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b671deb3c84600" /><Relationship Type="http://schemas.openxmlformats.org/officeDocument/2006/relationships/notesMaster" Target="/ppt/notesMasters/notesMaster1.xml" Id="Rbddd47c7e05c42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84fd9504574cce" /><Relationship Type="http://schemas.openxmlformats.org/officeDocument/2006/relationships/notesMaster" Target="/ppt/notesMasters/notesMaster1.xml" Id="Re00220975fe240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4021d7e1d148f7" /><Relationship Type="http://schemas.openxmlformats.org/officeDocument/2006/relationships/notesMaster" Target="/ppt/notesMasters/notesMaster1.xml" Id="Rd89bb25d757d4b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c98ae18a84403c" /><Relationship Type="http://schemas.openxmlformats.org/officeDocument/2006/relationships/notesMaster" Target="/ppt/notesMasters/notesMaster1.xml" Id="R63c2e8bdd67c4b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83e3aecbd64300" /><Relationship Type="http://schemas.openxmlformats.org/officeDocument/2006/relationships/notesMaster" Target="/ppt/notesMasters/notesMaster1.xml" Id="Re6bb7e346d9a4f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cc112e7d546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855abbe0374546" /><Relationship Type="http://schemas.openxmlformats.org/officeDocument/2006/relationships/slideLayout" Target="/ppt/slideLayouts/slideLayout1.xml" Id="Rba8f3aa7090c4d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f3aa7090c4d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0bcca798e4d94" /><Relationship Type="http://schemas.openxmlformats.org/officeDocument/2006/relationships/notesSlide" Target="/ppt/notesSlides/notesSlide1.xml" Id="R63cbb554b09441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c730bc0854cb3" /><Relationship Type="http://schemas.openxmlformats.org/officeDocument/2006/relationships/notesSlide" Target="/ppt/notesSlides/notesSlide2.xml" Id="Rd5d1cb0ed29547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1ae42666c4fcd" /><Relationship Type="http://schemas.openxmlformats.org/officeDocument/2006/relationships/notesSlide" Target="/ppt/notesSlides/notesSlide3.xml" Id="R6d907bd989f44f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dc6d4035c47ac" /><Relationship Type="http://schemas.openxmlformats.org/officeDocument/2006/relationships/notesSlide" Target="/ppt/notesSlides/notesSlide4.xml" Id="Rdc6fc15ea00b49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a1725eda34531" /><Relationship Type="http://schemas.openxmlformats.org/officeDocument/2006/relationships/notesSlide" Target="/ppt/notesSlides/notesSlide5.xml" Id="R3a0108e6a04a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05121ef1e4929" /><Relationship Type="http://schemas.openxmlformats.org/officeDocument/2006/relationships/notesSlide" Target="/ppt/notesSlides/notesSlide6.xml" Id="R22ee7a83462f4b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2d33299ce48e0" /><Relationship Type="http://schemas.openxmlformats.org/officeDocument/2006/relationships/notesSlide" Target="/ppt/notesSlides/notesSlide7.xml" Id="R0f490db0f90f4e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ae3076e714291" /><Relationship Type="http://schemas.openxmlformats.org/officeDocument/2006/relationships/notesSlide" Target="/ppt/notesSlides/notesSlide8.xml" Id="R1bd83d65a21849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0b6067dc942d0" /><Relationship Type="http://schemas.openxmlformats.org/officeDocument/2006/relationships/notesSlide" Target="/ppt/notesSlides/notesSlide9.xml" Id="Re521ef308aee48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a9bd108b244e3" /><Relationship Type="http://schemas.openxmlformats.org/officeDocument/2006/relationships/notesSlide" Target="/ppt/notesSlides/notesSlide10.xml" Id="Rc961be646ac544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1f4caa27f4f96" /><Relationship Type="http://schemas.openxmlformats.org/officeDocument/2006/relationships/notesSlide" Target="/ppt/notesSlides/notesSlide11.xml" Id="R012ff36246354e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108622ac64b4c" /><Relationship Type="http://schemas.openxmlformats.org/officeDocument/2006/relationships/notesSlide" Target="/ppt/notesSlides/notesSlide12.xml" Id="Rf34840d9e5de47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5d413c0a94ff7" /><Relationship Type="http://schemas.openxmlformats.org/officeDocument/2006/relationships/notesSlide" Target="/ppt/notesSlides/notesSlide13.xml" Id="Raa8a0304232b4c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51e2555414909" /><Relationship Type="http://schemas.openxmlformats.org/officeDocument/2006/relationships/notesSlide" Target="/ppt/notesSlides/notesSlide14.xml" Id="R6320718743d242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15a2d2cf4439f" /><Relationship Type="http://schemas.openxmlformats.org/officeDocument/2006/relationships/notesSlide" Target="/ppt/notesSlides/notesSlide15.xml" Id="Rea23b70dacac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F7F8B2-D750-41E1-BF70-03B41D29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模块6  终极项目与3D打印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08D59-87DD-4E98-B3A8-ADE73774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18 课：项目蓝图（需求分析与程序架构）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E2D2A-BF78-4E3A-B4E3-F685D26B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"在写代码前，利用伪代码规划数据结构、UI界面和3D生成逻辑的关联。"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0537A-22F9-4846-9A1F-3A6DDFE7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329C-5039-4A9A-ACB9-DE438435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4088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E59F0-89A8-49EB-9BD9-596EC3C0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D3741-2C54-444B-BE87-8D210919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0C2DE-E94F-4991-9401-882D7A89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5F3F-CB79-4B83-8EA9-447BEF02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4FDB6-5895-48BC-B8CE-E1AFA142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大型项目先拆需求、界面、数据和模型，再开始写代码。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24DA2-7BA1-4F3C-A0BE-7696C00D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5BB2D-4C06-42F4-9B33-49F06BDE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2657-1F3A-4B27-BA41-6282CF8B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31131-DEC3-451D-A796-910F518F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485C6-1B90-4BB7-878E-3B1741DE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597CF-3364-46D3-B23B-2616404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87C82-9C53-4B7A-AD89-42F39703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545358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C892B8-354C-4E57-A1CB-766EB8AB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11B34-7E0C-4816-AF0D-6506AD51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4C4DA-5046-4AF5-9364-E7D22FD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5D87E-A45C-4CBD-ADF7-3722352B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4D660-5A48-46D0-A92A-37DA9AA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E2EFE-5387-4E20-A24A-739DC64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8A2C0-2977-4805-9C2A-3FDD9204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大型项目先拆需求、界面、数据和模型，再开始写代码。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E63E6-446D-4D19-ADB5-959A5C65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42F9C-0D66-4B5C-ABDE-AEC482F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3C0AE-CCFA-4DFA-A870-51F1E3A0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98471-C639-47B5-ADFE-309FDAC7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项目 = 输入 + 处理规则 + 输出 + 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12ECB-0E1B-4A95-820C-14D6DAD4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DCD14-C6CF-45A9-B857-A2F61D3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26B9A-8B50-4BE7-9A1D-411124C7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0676D-0145-48A4-83B4-8B6858E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写出项目需求清单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8696F-C619-4201-B824-41B2BEB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216634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A055FB-6855-42F1-AEC1-EFD7C6BF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096F0-E18B-4098-AFC9-4B438008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16BBA-F56C-4952-B419-CDFF5073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0F371-AFB0-4DAD-88DF-CC88076A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盖房子先画蓝图，项目开发也先设计架构。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B01F5-0A47-4ECE-857D-1E4548C9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3F8AB-1821-4D1C-93A4-7AB545D1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1FF55-72F1-4192-9845-DA6A01C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0199B-0507-46CD-897A-8B4186B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7D7F2-8028-4D6E-A7E5-8D5A36F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7F534-9188-4206-AC87-5908D8D0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799322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703DD-4F5B-4437-BBDF-F1DF0A5E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56497-6F9B-42BA-A51C-92739519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7E77E-7D4C-4B78-B96C-C9FBB29F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87C7E-1358-40F3-A4ED-CFF31641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项目 = 输入 + 处理规则 + 输出 + 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31B31-B368-40AB-895A-249BCB32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4B609-F4C2-41ED-BB2B-0AE5E365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先画结构图和伪代码，能减少边写边改造成的混乱。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F1A92-5A25-4844-928E-FC5F20D6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90ECF-3BA7-4035-8F86-FBD33DEE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2047742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CD7CA-BA73-495C-9DEC-3B143656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F50FC-3E08-4D69-9858-121E4AC4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39B2F-BFB7-477E-85B8-D2E27AC9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25904-DC27-4B52-A0AD-69AE626F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2FCF-2737-4009-A630-74CDD7C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参数化笔筒：输入尺寸→检查范围→生成模型→预览→导出STL。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17853-C39D-466A-BDF0-A2376430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BD611-B0CB-4756-9D50-554F9AC5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参数化笔筒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9716B-D476-4BB8-95AF-1F11076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828C4-6022-4867-9001-EABA43A3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输入尺寸→检查范围→生成模型→预览→导出STL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0B413-D2AD-4BDC-B348-4C833ECB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2123718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B0E95-0FDA-4CF1-B918-BB210100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449D1-6960-4E45-B920-74FABEF3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752D4-007D-4395-91D9-A98A5C42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85530-0AF6-40EA-88BF-2E697C3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1DFFC-1767-43A6-A922-4AFF51F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2D471-C6C5-4B3A-AA71-4435797F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4A82-F1DE-446D-A605-B68B09DC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43214-1AEC-4AB8-BA18-85E89BB6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1F1A4-06C0-4D5F-9AC3-82E11381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4FBA9-2DB1-4F44-B419-6C1D228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7230A-F837-4C59-AF4B-9C4FD950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ADE71-AAB7-42D6-ACA7-273CFD3D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6E237-E221-497E-A741-379EEDA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250797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350943-7A91-414E-9B22-877A73CF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7C35C-F00C-48AB-8506-7375B7F7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5525D-1346-4DC6-9B61-9805177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D6C8-D50D-4599-BF20-7ED495F3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47919-FAAF-49B0-B68E-0C4FF9B7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91013-2E6A-43EF-98DF-BBC42523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0F24E-5856-4972-B735-7BF625CE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ACFB8-0906-4516-9CC0-B7671D13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C59E0-CDEC-438F-91C7-38CEE77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4A032-DFE1-48AA-80CE-243814D0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6A640-3BB6-4E0B-9E3D-A457BB3F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D565B-F3D6-48AD-9F9D-71529C83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BC931-0A17-4140-A058-BBE395AE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391841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85A069-F312-4FC2-A238-33FB9A7F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434AA-01EE-44DE-B492-5AFDBBFC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06544-9354-4E6F-85FB-99F49F99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A62EF-C7E0-4944-94E8-1E0E680C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999E7-3738-4DF6-ACC8-04E0D559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project = {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"需求": "制作可打印的参数化笔筒",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"输入": ["外半径", "壁厚", "高度"],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"处理": ["检查参数", "生成外形", "挖空内腔"],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"输出": ["FreeCAD模型", "STL文件"],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"测试": ["尺寸正确", "壁厚&gt;1.2mm", "模型封闭"]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for stage, items in project.items():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print(stage, "：", items)</a:t>
            </a:r>
          </a:p>
        </p:txBody>
      </p:sp>
    </p:spTree>
    <p:extLst>
      <p:ext uri="{BB962C8B-B14F-4D97-AF65-F5344CB8AC3E}">
        <p14:creationId xmlns:p14="http://schemas.microsoft.com/office/powerpoint/2010/main" val="10239985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DA296-D663-4952-B226-400B3D7F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877AD-8C56-45D2-9626-78388A9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09B7E-1BD6-40C6-9771-B5FEC6D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48B1D-B6FE-4A54-A2C9-D21DAE78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40807-E011-4CAD-BD16-4E309E55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BAF69-68EC-4F17-9959-CA78F40C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EA467-FD2A-4361-BB99-F57276F9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F8C3C-3A20-4B9E-AB17-A770D3AC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4E4FD-D438-4669-8B09-48B7A3A8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32994-3B24-4599-A822-CB2A0EC7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49B36-F1F6-4E57-8FB9-0137637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E843C-DC53-42AE-AC2A-A6D0E2DF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F477B-EEBE-4101-960F-6E413A68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B698A-E891-4B98-8214-AB98570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59646-D644-4208-916F-CA6CB7A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280498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9BD73D-A046-4C7F-88E3-E9589E93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E86FD-D7FC-486D-B719-F968838E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5316C-D364-4CF2-9A7D-F3676DC7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4C803-FF4A-4E46-8600-ADB92E09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4D4B2-1306-440E-A305-5F18B69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13AF5-E6ED-49CC-A20A-26948D52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449A1-2C0F-43AC-9741-CF03D5A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5BE35-763E-4968-8724-DE500307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523C9-8C7E-491B-8B5B-0DA187C9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C6E57-726F-4583-B92D-FCF5AA9D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535E7-4EDD-4217-AE70-4E46F05A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309EE-43E3-4DF8-8C44-764CD862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114EE-5FB0-4281-B061-D1930A90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6933266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0D1CE-E38F-4A62-9F6C-223D4DFE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10D3F-DED6-481E-BD7B-76393112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8506D-A632-47AB-A631-A52FA077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1B0FF-FC61-45C8-BEC6-37F6483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91661-B063-485F-A158-3045F55A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功能目标太多没有主线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FBAF0-3FFC-4A8D-91CF-1472B1F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6E1FF-5B0F-4EE2-A907-4EECCF0D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界面与模型逻辑混在一起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D25A8-ADD9-4128-B95C-1B892274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35A2C-4D9B-4247-A525-E356AF13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没有测试异常输入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83546-D5D9-4EBF-9381-32C72E87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393E7-30E7-4893-B86C-AB385F5D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7293916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E2E909-4AF2-4F7B-8E74-40EE13AB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5F2F7-7C33-4588-89CE-81A6727D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A34D3-AFBD-4A17-A6E6-3EF9C589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AE4ED-1D0F-4DC9-B177-C70C01A4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5A911-6678-4EED-AD6F-7F7A7CDD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AA1FE-64E9-4089-9BAF-0CC48F0B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写出项目需求清单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E0530-397A-4985-8C0B-26762AC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A5487-E14F-474A-9080-0280474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01E34-319F-427D-B18A-5136433C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6C9F9-3D38-4356-9F5A-2171655B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画出输入—处理—输出流程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3B6AB-34C2-4FF1-92D6-69BED90B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199CB-B5C1-435A-BFC8-AFC17E0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377C1-51DA-4F8A-ABBF-37700F6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8CA4B-6ADB-43F5-8B36-B64A0A2E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确定小组分工和文件结构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C1F87-5567-4FDD-A166-4A2D64E3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89530-1B80-409F-9419-84F423AE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9905973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CEEF75-00BC-46C1-BA85-99BE587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378B3-CF1E-48D9-A13F-FA36FE66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594E1-D620-4D31-9838-3375F05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96D2B-9B8F-4C25-BE7B-3521C87B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C3890-39B1-480A-9DD3-9F2AD65F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C0FE4-1825-4FB6-ABF7-C52889EB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280A3-FF01-4E01-941F-4D283BCC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4B56A-B619-4297-8AD6-B61B655B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6FA84-73F8-4BD6-BA1A-754B9836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3664A-BB38-47F4-80BA-DE4403D7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46FDD-65C7-4C22-B5C2-A331849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1C4C6-5504-4668-A41E-555BFCB1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A6F4B-8EA4-4180-BEB9-82891C3C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05B4E-CB1E-4719-B74C-F5ABDD5D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03D3E-9EED-4560-B274-480117B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9E8A3-8825-40C8-9B22-5BDE0B8C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4360805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1153B-6042-4133-A694-57746510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A1D50-0CB0-4D0A-B88D-DD4331FE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56610-3ACE-480C-B291-742A01F3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06959-03B1-4565-9BD4-A27506CC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71A12-81AD-432E-A2DD-41F2062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6573F-0707-41DC-B6C0-AE14B4B1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A1C1B-0E1E-4360-9CD4-DCD9E82A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D678C-5704-43C6-A03C-3FE4A47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0A002-8B0D-4FE3-B65E-21175578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9EE6B-02F6-44BF-AC68-C770ADAA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保存文件：第18课_班级_匿名编号.FCStd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CF3FD-5DE4-4508-8B85-C46AA2BA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5515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2026-07-12T00:12:13.2880000Z</dcterms:created>
  <dcterms:modified xsi:type="dcterms:W3CDTF">2026-07-12T00:12:13.2880000Z</dcterms:modified>
</coreProperties>
</file>