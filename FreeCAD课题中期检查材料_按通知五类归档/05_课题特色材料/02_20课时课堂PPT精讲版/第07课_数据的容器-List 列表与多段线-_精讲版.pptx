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71b5ca86647a5" /><Relationship Type="http://schemas.openxmlformats.org/officeDocument/2006/relationships/extended-properties" Target="/docProps/app.xml" Id="R7d3a2ad3030a4908" /><Relationship Type="http://schemas.openxmlformats.org/officeDocument/2006/relationships/officeDocument" Target="/ppt/presentation.xml" Id="R93664831038e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9c6eb2f35485d"/>
  </p:sldMasterIdLst>
  <p:notesMasterIdLst>
    <p:notesMasterId xmlns:r="http://schemas.openxmlformats.org/officeDocument/2006/relationships" r:id="Re6b53d224b444642"/>
  </p:notesMasterIdLst>
  <p:sldIdLst>
    <p:sldId xmlns:r="http://schemas.openxmlformats.org/officeDocument/2006/relationships" id="256" r:id="Raa1819e89d8041c0"/>
    <p:sldId xmlns:r="http://schemas.openxmlformats.org/officeDocument/2006/relationships" id="257" r:id="Rfc6555d60c4546ff"/>
    <p:sldId xmlns:r="http://schemas.openxmlformats.org/officeDocument/2006/relationships" id="258" r:id="R2aeb32e648204afd"/>
    <p:sldId xmlns:r="http://schemas.openxmlformats.org/officeDocument/2006/relationships" id="259" r:id="R05d2db0ab07741ba"/>
    <p:sldId xmlns:r="http://schemas.openxmlformats.org/officeDocument/2006/relationships" id="260" r:id="R3fff52410979452f"/>
    <p:sldId xmlns:r="http://schemas.openxmlformats.org/officeDocument/2006/relationships" id="261" r:id="R4da0e7d9f1ca4458"/>
    <p:sldId xmlns:r="http://schemas.openxmlformats.org/officeDocument/2006/relationships" id="262" r:id="Rb1a4e023688c437c"/>
    <p:sldId xmlns:r="http://schemas.openxmlformats.org/officeDocument/2006/relationships" id="263" r:id="Rd9e2866747474862"/>
    <p:sldId xmlns:r="http://schemas.openxmlformats.org/officeDocument/2006/relationships" id="264" r:id="Rc6c5fd51dcb44863"/>
    <p:sldId xmlns:r="http://schemas.openxmlformats.org/officeDocument/2006/relationships" id="265" r:id="R48ff3a2532854b41"/>
    <p:sldId xmlns:r="http://schemas.openxmlformats.org/officeDocument/2006/relationships" id="266" r:id="R19f0f44f13c148be"/>
    <p:sldId xmlns:r="http://schemas.openxmlformats.org/officeDocument/2006/relationships" id="267" r:id="Re50e86939d274101"/>
    <p:sldId xmlns:r="http://schemas.openxmlformats.org/officeDocument/2006/relationships" id="268" r:id="R9b29975229454bd6"/>
    <p:sldId xmlns:r="http://schemas.openxmlformats.org/officeDocument/2006/relationships" id="269" r:id="R17e0f9a5c9df4aac"/>
    <p:sldId xmlns:r="http://schemas.openxmlformats.org/officeDocument/2006/relationships" id="270" r:id="R75d0d71354034a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9eb8bcbd14343" /><Relationship Type="http://schemas.openxmlformats.org/officeDocument/2006/relationships/slideMaster" Target="/ppt/slideMasters/slideMaster1.xml" Id="R1ba9c6eb2f35485d" /><Relationship Type="http://schemas.openxmlformats.org/officeDocument/2006/relationships/notesMaster" Target="/ppt/notesMasters/notesMaster1.xml" Id="Re6b53d224b444642" /><Relationship Type="http://schemas.openxmlformats.org/officeDocument/2006/relationships/presProps" Target="/ppt/presProps.xml" Id="R36c7e370d9eb4b77" /><Relationship Type="http://schemas.openxmlformats.org/officeDocument/2006/relationships/tableStyles" Target="/ppt/tableStyles.xml" Id="Ra014591945e144da" /><Relationship Type="http://schemas.openxmlformats.org/officeDocument/2006/relationships/slide" Target="/ppt/slides/slide1.xml" Id="Raa1819e89d8041c0" /><Relationship Type="http://schemas.openxmlformats.org/officeDocument/2006/relationships/slide" Target="/ppt/slides/slide2.xml" Id="Rfc6555d60c4546ff" /><Relationship Type="http://schemas.openxmlformats.org/officeDocument/2006/relationships/slide" Target="/ppt/slides/slide3.xml" Id="R2aeb32e648204afd" /><Relationship Type="http://schemas.openxmlformats.org/officeDocument/2006/relationships/slide" Target="/ppt/slides/slide4.xml" Id="R05d2db0ab07741ba" /><Relationship Type="http://schemas.openxmlformats.org/officeDocument/2006/relationships/slide" Target="/ppt/slides/slide5.xml" Id="R3fff52410979452f" /><Relationship Type="http://schemas.openxmlformats.org/officeDocument/2006/relationships/slide" Target="/ppt/slides/slide6.xml" Id="R4da0e7d9f1ca4458" /><Relationship Type="http://schemas.openxmlformats.org/officeDocument/2006/relationships/slide" Target="/ppt/slides/slide7.xml" Id="Rb1a4e023688c437c" /><Relationship Type="http://schemas.openxmlformats.org/officeDocument/2006/relationships/slide" Target="/ppt/slides/slide8.xml" Id="Rd9e2866747474862" /><Relationship Type="http://schemas.openxmlformats.org/officeDocument/2006/relationships/slide" Target="/ppt/slides/slide9.xml" Id="Rc6c5fd51dcb44863" /><Relationship Type="http://schemas.openxmlformats.org/officeDocument/2006/relationships/slide" Target="/ppt/slides/slide10.xml" Id="R48ff3a2532854b41" /><Relationship Type="http://schemas.openxmlformats.org/officeDocument/2006/relationships/slide" Target="/ppt/slides/slide11.xml" Id="R19f0f44f13c148be" /><Relationship Type="http://schemas.openxmlformats.org/officeDocument/2006/relationships/slide" Target="/ppt/slides/slide12.xml" Id="Re50e86939d274101" /><Relationship Type="http://schemas.openxmlformats.org/officeDocument/2006/relationships/slide" Target="/ppt/slides/slide13.xml" Id="R9b29975229454bd6" /><Relationship Type="http://schemas.openxmlformats.org/officeDocument/2006/relationships/slide" Target="/ppt/slides/slide14.xml" Id="R17e0f9a5c9df4aac" /><Relationship Type="http://schemas.openxmlformats.org/officeDocument/2006/relationships/slide" Target="/ppt/slides/slide15.xml" Id="R75d0d7135403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2770f3fa3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3b3731e8f4269" /><Relationship Type="http://schemas.openxmlformats.org/officeDocument/2006/relationships/notesMaster" Target="/ppt/notesMasters/notesMaster1.xml" Id="R835de210b15c4d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5401b1ae84b9b" /><Relationship Type="http://schemas.openxmlformats.org/officeDocument/2006/relationships/notesMaster" Target="/ppt/notesMasters/notesMaster1.xml" Id="Re17662abe5d746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e2b58c41847ac" /><Relationship Type="http://schemas.openxmlformats.org/officeDocument/2006/relationships/notesMaster" Target="/ppt/notesMasters/notesMaster1.xml" Id="Rc7252f5f95f74d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356a09b11246c1" /><Relationship Type="http://schemas.openxmlformats.org/officeDocument/2006/relationships/notesMaster" Target="/ppt/notesMasters/notesMaster1.xml" Id="R39b8045e937c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125f63645b448d" /><Relationship Type="http://schemas.openxmlformats.org/officeDocument/2006/relationships/notesMaster" Target="/ppt/notesMasters/notesMaster1.xml" Id="Re636c6c8fa91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45a7cf638d4c40" /><Relationship Type="http://schemas.openxmlformats.org/officeDocument/2006/relationships/notesMaster" Target="/ppt/notesMasters/notesMaster1.xml" Id="Raa64fc11ebe141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ab2042f6e4307" /><Relationship Type="http://schemas.openxmlformats.org/officeDocument/2006/relationships/notesMaster" Target="/ppt/notesMasters/notesMaster1.xml" Id="R96ea5ad1a17a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14b2a54d04a14" /><Relationship Type="http://schemas.openxmlformats.org/officeDocument/2006/relationships/notesMaster" Target="/ppt/notesMasters/notesMaster1.xml" Id="R1e7e90c3d3b04d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a9698953534d6e" /><Relationship Type="http://schemas.openxmlformats.org/officeDocument/2006/relationships/notesMaster" Target="/ppt/notesMasters/notesMaster1.xml" Id="R8fc9c714dd494f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ee1dbe2d394aee" /><Relationship Type="http://schemas.openxmlformats.org/officeDocument/2006/relationships/notesMaster" Target="/ppt/notesMasters/notesMaster1.xml" Id="Re2d46120f171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96424a63344d5c" /><Relationship Type="http://schemas.openxmlformats.org/officeDocument/2006/relationships/notesMaster" Target="/ppt/notesMasters/notesMaster1.xml" Id="Rc0ae1234e7c04f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f1aaa70f4c4fb3" /><Relationship Type="http://schemas.openxmlformats.org/officeDocument/2006/relationships/notesMaster" Target="/ppt/notesMasters/notesMaster1.xml" Id="R68383e2d51cc47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4f8f039f604a36" /><Relationship Type="http://schemas.openxmlformats.org/officeDocument/2006/relationships/notesMaster" Target="/ppt/notesMasters/notesMaster1.xml" Id="Rfddca5295a8b46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43c48dce7e4d4f" /><Relationship Type="http://schemas.openxmlformats.org/officeDocument/2006/relationships/notesMaster" Target="/ppt/notesMasters/notesMaster1.xml" Id="R56e98dca73c546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4c9f017a7a478a" /><Relationship Type="http://schemas.openxmlformats.org/officeDocument/2006/relationships/notesMaster" Target="/ppt/notesMasters/notesMaster1.xml" Id="R286e6bd20ffb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1272ec8dc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1d9fdba4041cc" /><Relationship Type="http://schemas.openxmlformats.org/officeDocument/2006/relationships/slideLayout" Target="/ppt/slideLayouts/slideLayout1.xml" Id="R870bbf7d36ee47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bbf7d36ee47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a9d5299184317" /><Relationship Type="http://schemas.openxmlformats.org/officeDocument/2006/relationships/notesSlide" Target="/ppt/notesSlides/notesSlide1.xml" Id="Rc1748fba1e7a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ae10e44db407a" /><Relationship Type="http://schemas.openxmlformats.org/officeDocument/2006/relationships/notesSlide" Target="/ppt/notesSlides/notesSlide2.xml" Id="R385166c8b936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762176a784929" /><Relationship Type="http://schemas.openxmlformats.org/officeDocument/2006/relationships/notesSlide" Target="/ppt/notesSlides/notesSlide3.xml" Id="R385970d4e24b4b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323ebf7024459" /><Relationship Type="http://schemas.openxmlformats.org/officeDocument/2006/relationships/notesSlide" Target="/ppt/notesSlides/notesSlide4.xml" Id="R7b3910035a8246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d5dbfd0f438b" /><Relationship Type="http://schemas.openxmlformats.org/officeDocument/2006/relationships/notesSlide" Target="/ppt/notesSlides/notesSlide5.xml" Id="Rd640f65fac58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1c7bd2194f6f" /><Relationship Type="http://schemas.openxmlformats.org/officeDocument/2006/relationships/notesSlide" Target="/ppt/notesSlides/notesSlide6.xml" Id="R7268c016056a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a1de8232b448c" /><Relationship Type="http://schemas.openxmlformats.org/officeDocument/2006/relationships/notesSlide" Target="/ppt/notesSlides/notesSlide7.xml" Id="R6fff77a3b1af48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992539f6446e" /><Relationship Type="http://schemas.openxmlformats.org/officeDocument/2006/relationships/notesSlide" Target="/ppt/notesSlides/notesSlide8.xml" Id="Rdfc3e5f43977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e5e1f386f4568" /><Relationship Type="http://schemas.openxmlformats.org/officeDocument/2006/relationships/notesSlide" Target="/ppt/notesSlides/notesSlide9.xml" Id="R0b137974f9e8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9a5d51b2e4d6b" /><Relationship Type="http://schemas.openxmlformats.org/officeDocument/2006/relationships/notesSlide" Target="/ppt/notesSlides/notesSlide10.xml" Id="Re6f4c04ffa8543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bfbcb02240f1" /><Relationship Type="http://schemas.openxmlformats.org/officeDocument/2006/relationships/notesSlide" Target="/ppt/notesSlides/notesSlide11.xml" Id="R01753c66aaed4b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8d32b3c764a9e" /><Relationship Type="http://schemas.openxmlformats.org/officeDocument/2006/relationships/notesSlide" Target="/ppt/notesSlides/notesSlide12.xml" Id="R92df686180644d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734c0e784bd8" /><Relationship Type="http://schemas.openxmlformats.org/officeDocument/2006/relationships/notesSlide" Target="/ppt/notesSlides/notesSlide13.xml" Id="Rc4ddb68520d44f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0873bbb7d486e" /><Relationship Type="http://schemas.openxmlformats.org/officeDocument/2006/relationships/notesSlide" Target="/ppt/notesSlides/notesSlide14.xml" Id="R93cd471bfb4749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fee728de64c3d" /><Relationship Type="http://schemas.openxmlformats.org/officeDocument/2006/relationships/notesSlide" Target="/ppt/notesSlides/notesSlide15.xml" Id="R26ee359a08d241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E9813-DA8E-4FB5-9B2A-A5F5F48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模块3  数学之美与算法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97F0-A194-4F04-8718-200EC892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7 课：数据的容器（List 列表与多段线）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75764-455A-4410-8DF1-3E93F9C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"复杂的曲面或航线往往由一组储存在列表中的离散坐标点拟合而成。"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B2B8-8EB6-40E0-8EA3-66C8647D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29782-599D-4483-81FC-C5486B4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694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A989A-AB30-432A-932B-F688BB9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7CD10-F23B-48C4-A934-283203B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0143C-AF38-4DF8-AF82-A12013A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5681B-A49D-4921-B6DE-7157D37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E79D6-B37B-4EDD-BF3F-B41785A1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列表按顺序保存多个点，点的顺序决定线如何连接。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2B442-99BF-47BB-9F59-9943FC7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A8122-2D35-4C89-A5EC-AF9C12F5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13EB6-4A5F-48D0-A63B-09625C5D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5CF78-D84A-48F9-B5A9-9D7B8DAB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EA428-3B57-4001-9514-AD37A3A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A3BF2-046B-4AE6-8B82-66096A2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D118C-3973-4627-8964-C8E9B98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141599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5B85D-F534-49FA-B3FB-A5562E42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57FD0-E4A0-4685-B93C-0CF04ECB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DDD9-EA71-4FB0-80C1-649AA63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A010D-8FDC-49BC-84F2-A651F638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15047-0CB1-4F71-874F-778DE10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A1439-C77D-47A5-B216-94328F3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0A402-2A72-430C-8B5E-A7AE75D6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列表按顺序保存多个点，点的顺序决定线如何连接。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5C01-3F90-4028-A89A-4A5B4346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FB1A6-33AB-4EAC-AAFF-2D77CB4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DCDC4-A110-4050-A960-D1ACE25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C9E6C-F90F-418A-9C36-1FEAFF64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空间点 =（X坐标，Y坐标，Z坐标）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6ED36-CCF6-48A0-A9D6-C7CF34A9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7F098-6533-4F6E-93E5-0FD3971D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2D5A3-C79C-4E3D-A8F9-EF94F3A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220C6-CCA1-4891-BE3C-A19D80E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连接4个点形成折线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1DC5F-A2FD-4DF5-B4A7-062B2A1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916993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84FB4-A4C2-4FD8-98DD-5F367A95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C3B8-3284-4BEC-99D2-63E3CFD9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B6F87-7821-47D2-867A-C76E67E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5C010-994A-4D7F-83E9-B0547C9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列表像路线表，每一个点都是下一站。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24C65-FB4D-4F0D-9FA2-39F11DA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DA12D-9AE0-4710-B622-650012A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DA329-D21C-4300-B0F5-70233FF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4715-4586-41A8-95E6-1B3194C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5A200-F7FC-4818-8624-BCC266B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76382-0C06-4273-BEC6-47588878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727130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1DABA-9796-4870-AE27-B2975CA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89309-37E5-4253-A665-97AF9A3E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ECB4F-42AC-4470-815B-0AD033EE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6FA5A-ACBF-450B-ABF7-A04C0D2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空间点 =（X坐标，Y坐标，Z坐标）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A24CA-3D81-44CC-AF3C-584AD4E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1A40D-A359-41BD-8571-9440236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先写点，再把相邻点依次连接，就得到多段线。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E2349-F279-436D-A8C0-B6431431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8082-0012-4E26-A70A-DD7B8A0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293184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82991-4A63-444C-B477-28F70439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D44D7-0D2C-4982-A1DB-3285A81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AB006-89FD-44B8-A865-FB02FA2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28E48-3402-4DCB-840D-1787300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9897F-6DC9-4CC5-BFA7-D554D640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(0,0,0)→(20,0,0)→(20,20,0)形成一个直角。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D3F5A-A4FC-4256-95B2-04DF610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A12C3-1EA6-40EC-83A9-7540F13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(0,0,0)→(20,0,0)→(20,20,0)形成一个直角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E9DF4-D2A2-4F8C-8780-0D65DB7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62667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D2AE0-ADC8-4224-87CD-70744B07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13FD1-D4FC-41A7-BB44-EC0333E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C4F4E-A08F-4A55-A154-A9A8A973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20FB4-9311-4B26-8783-5A1B01D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62A5A-78ED-4E4E-B7E9-E0B2594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DE9C2-D12E-418B-A51D-F2F4163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094D2-6ADC-483A-BFE1-FA0DA6A6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A9BF0-0765-4C77-B0F1-25C80BB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3BD9E-1247-472B-98BD-C9ED5C7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0BD4D-86E0-4C2E-8B6C-F5A51B6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26E8A-B016-45CB-96AB-F1834F8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2DF3F-C53B-44C2-A8E6-E0A978C2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DC186-A231-47CE-B59F-6F08CFA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462590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4B002-6AE2-4402-84CE-69CEBCA2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FA6F5-7754-44E9-A7E5-01029AA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79DA-4828-4612-917E-CE03FC18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07EE5-6AF4-42E1-9CF6-8765077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1943A-C3B0-4F81-A7D8-54BE2CD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355D-1F04-461D-BC89-481EC0E4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A5F3-CD81-4E53-B007-C057CA8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790F5-A6D9-43A7-B6E5-AB6A9D12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75E70-8A59-45E5-83CE-506271D8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7B117-DFBB-4111-A3CC-B2CFA0F1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BC14C-19D3-4C7E-B198-1348BEB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6A87A-3500-4871-BEAA-7C8E369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22E3A-B241-414C-BD5E-B0A929A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853125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613F4-9932-4FA2-8F54-4DF18B2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86199-D1C3-4BAF-85B0-F4148BC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66EC0-C9FD-4AA6-84D5-D6025D4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74DD-0149-4ECD-9BDA-B2B48106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F2BF1-3E9B-4286-B1B2-1C593146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App.newDocument("Lesson07")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points = [App.Vector(0,0,0), App.Vector(20,0,0),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  App.Vector(20,20,0), App.Vector(40,20,10)]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line = doc.addObject("Part::Feature", "Line")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line.Shape = Part.makePolygon(points)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349687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A3DD8D-E5AB-444D-A83A-AEBF4D33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08A6-D76D-4496-A7FD-7DCC4B0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43A3-E642-4D30-8A9A-55BABC8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AA7C-635C-4967-9878-780FAFE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B05C9-7FB3-43A0-84CC-D471BE9D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37978-1E44-4127-8144-F759E54A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9768D-228D-4638-9959-B16B7DC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EBA41-4846-4988-9944-7707F50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99E71-59AC-4E4C-BDA8-236618D9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33A1D-1A54-4396-8771-5DDF933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1852F-1702-4C05-8C9A-2252C34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62AB2-DED3-497C-AA04-0B07A82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05C33-93F2-49FB-A4B3-F22131EF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0725A-A69E-43DD-97B4-1BA63DB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4B226-AC1F-43CF-BFC0-F060D910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345124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CBF9A-AF6C-4186-A588-EA0603BC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A1AC3-BE87-4650-9B47-9A04BC8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F8348-B4BD-450F-80C8-39957227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A5B04-7462-40B9-9AF4-1E5FDBB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4273A-5E2D-485D-8106-AE20218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FD0E5-A789-46F8-8834-322065D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576BD-AD3C-40D1-8EC5-E6E9C2A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2755C-4874-48BD-A043-CAAC75F5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0136-5855-4DDD-9A82-E8902D5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75A91-23EC-4C22-93CD-A9F57012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601E9-046C-4464-A182-9267B300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665AB-ED72-4489-A848-C9B7F32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A7396-ACB2-404A-9196-79BF961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570897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8F41E-0BFE-4EF2-BD5B-04D32534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1F0B-2AA1-4BFD-8DAD-36B0B36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8376E-F73F-4CEF-A364-B601E41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FFF00-BD47-4C3F-A969-8375215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C22A-7887-495A-B521-E1A6FA91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点的顺序混乱导致交叉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1D01A-44C9-4E6B-A247-340C117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2BAA1-9175-4D08-8D1C-B5844267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漏写Vector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E3E53-2B07-40CF-A0E8-67F7DAD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72593-1B13-4B5E-B1AC-63F4AE50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封闭图形时忘记回到起点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DF6E9-7ABD-40C0-BBB5-68D16FA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7F380-C6D5-4979-A163-63A93500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49074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3E217-B53E-4B58-B7A1-46C3D9C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AE767-9A14-4F3D-A6E1-1DE3DAB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C4FE9-3AAE-48DE-81EE-17F94B2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4CF25-80B4-4957-8FD0-8F7FAB0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9B989-5967-422D-A715-59BF29F1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66512-A3F9-4FC5-947E-06E8293D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连接4个点形成折线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EBFB7-1CB4-4707-8BAE-AFD5DB6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EC40C-F987-4E82-A5E9-A1F0AA1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74963-BBE6-49AC-B40E-3FB1BA2E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04E12-2BF5-4F79-98B0-218B0EA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让最后一点回到起点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846E7-72B6-470D-A0B5-D945754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355B-3515-4366-AE4E-A6E63BE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1137C-9EBB-4E81-9BCA-DA391DB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55FF0-6F31-479A-8240-6266156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修改Z坐标做空间折线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2AF96-00C2-41F6-96AC-1F0C06C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2AE27-C572-46CA-A100-6E23E075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197259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7813B-3EAF-4B8B-85EF-AF2E8A0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A34F-818F-4925-87B8-C355B62E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2BCA6-5D1E-484E-9681-AA19AC3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E182E-8AB8-44F8-B0E0-4CB84E4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C0AED-5561-4601-9C9A-C0FBC609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C65E8-C591-433A-9E7D-265571EF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FF09-884D-4EBC-A6FB-185404C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FB53B-BCD7-47ED-A614-3A14EFA4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86D12-6204-4B6E-85EE-F1F72F4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06FB5-8AA5-4AA3-B636-C4F197A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49D3C-F76B-4640-A0EC-2EBE63C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9D1D4-86B3-4B0F-AF2C-DCB0007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4B3F7-A867-44A1-A348-BC29AAFE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073A4-8E57-499C-AF1B-02E5A1D7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95ED1-E700-46D0-89B4-4AE0F9CC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4F4DF-D8EB-4A6E-A4E9-6E94713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7204939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EF48F-B6FF-4E80-9FCE-5C6F12B1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11A1E-E18B-4560-8DCC-941F471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69B9E-8FB6-47C7-BF95-B083924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3B90E-D590-4983-921C-564F549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6AD76-6694-414A-B080-9D26D60E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A5154-3CD6-4906-836A-87C44DB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0CF8-7961-4392-B5C9-55BFD76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ECA2D-EA99-43BB-83A7-727880C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1B076-E275-4B9F-8D83-A0C3C4A1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D46A1-E74A-46E5-85AE-8A0EF93D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保存文件：第07课_班级_匿名编号.FCStd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AC7E-3862-45D0-BC0C-9CB482B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3575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2026-07-12T00:12:10.0410000Z</dcterms:created>
  <dcterms:modified xsi:type="dcterms:W3CDTF">2026-07-12T00:12:10.0410000Z</dcterms:modified>
</coreProperties>
</file>