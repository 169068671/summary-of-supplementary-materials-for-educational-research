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d20024622c440e" /><Relationship Type="http://schemas.openxmlformats.org/officeDocument/2006/relationships/extended-properties" Target="/docProps/app.xml" Id="R2a220d5f86c2469b" /><Relationship Type="http://schemas.openxmlformats.org/officeDocument/2006/relationships/officeDocument" Target="/ppt/presentation.xml" Id="R2f16fd5f26ae4b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ab97531b9645b6"/>
  </p:sldMasterIdLst>
  <p:notesMasterIdLst>
    <p:notesMasterId xmlns:r="http://schemas.openxmlformats.org/officeDocument/2006/relationships" r:id="R24f51425af6e40fa"/>
  </p:notesMasterIdLst>
  <p:sldIdLst>
    <p:sldId xmlns:r="http://schemas.openxmlformats.org/officeDocument/2006/relationships" id="256" r:id="R5516469d4351427c"/>
    <p:sldId xmlns:r="http://schemas.openxmlformats.org/officeDocument/2006/relationships" id="257" r:id="R2c6f48100bae4530"/>
    <p:sldId xmlns:r="http://schemas.openxmlformats.org/officeDocument/2006/relationships" id="258" r:id="R379e21568409486d"/>
    <p:sldId xmlns:r="http://schemas.openxmlformats.org/officeDocument/2006/relationships" id="259" r:id="Rad9ceaccef5744f2"/>
    <p:sldId xmlns:r="http://schemas.openxmlformats.org/officeDocument/2006/relationships" id="260" r:id="Ra498f6b231d1487c"/>
    <p:sldId xmlns:r="http://schemas.openxmlformats.org/officeDocument/2006/relationships" id="261" r:id="R423292745a12425b"/>
    <p:sldId xmlns:r="http://schemas.openxmlformats.org/officeDocument/2006/relationships" id="262" r:id="R4fda897dc2714ade"/>
    <p:sldId xmlns:r="http://schemas.openxmlformats.org/officeDocument/2006/relationships" id="263" r:id="Rd93d511ad757428b"/>
    <p:sldId xmlns:r="http://schemas.openxmlformats.org/officeDocument/2006/relationships" id="264" r:id="R29900d8afd284a78"/>
    <p:sldId xmlns:r="http://schemas.openxmlformats.org/officeDocument/2006/relationships" id="265" r:id="Rc73f9ec1c2124b3e"/>
    <p:sldId xmlns:r="http://schemas.openxmlformats.org/officeDocument/2006/relationships" id="266" r:id="R1b6e5da96e57499d"/>
    <p:sldId xmlns:r="http://schemas.openxmlformats.org/officeDocument/2006/relationships" id="267" r:id="R4c40a222530846d0"/>
    <p:sldId xmlns:r="http://schemas.openxmlformats.org/officeDocument/2006/relationships" id="268" r:id="R4b7b52f2ef574003"/>
    <p:sldId xmlns:r="http://schemas.openxmlformats.org/officeDocument/2006/relationships" id="269" r:id="R87f18d512ff3481a"/>
    <p:sldId xmlns:r="http://schemas.openxmlformats.org/officeDocument/2006/relationships" id="270" r:id="R2d9506d090414d4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72d73514544c21" /><Relationship Type="http://schemas.openxmlformats.org/officeDocument/2006/relationships/slideMaster" Target="/ppt/slideMasters/slideMaster1.xml" Id="Rabab97531b9645b6" /><Relationship Type="http://schemas.openxmlformats.org/officeDocument/2006/relationships/notesMaster" Target="/ppt/notesMasters/notesMaster1.xml" Id="R24f51425af6e40fa" /><Relationship Type="http://schemas.openxmlformats.org/officeDocument/2006/relationships/presProps" Target="/ppt/presProps.xml" Id="Rb54869a110264f1d" /><Relationship Type="http://schemas.openxmlformats.org/officeDocument/2006/relationships/tableStyles" Target="/ppt/tableStyles.xml" Id="Rae4d781c672f4a24" /><Relationship Type="http://schemas.openxmlformats.org/officeDocument/2006/relationships/slide" Target="/ppt/slides/slide1.xml" Id="R5516469d4351427c" /><Relationship Type="http://schemas.openxmlformats.org/officeDocument/2006/relationships/slide" Target="/ppt/slides/slide2.xml" Id="R2c6f48100bae4530" /><Relationship Type="http://schemas.openxmlformats.org/officeDocument/2006/relationships/slide" Target="/ppt/slides/slide3.xml" Id="R379e21568409486d" /><Relationship Type="http://schemas.openxmlformats.org/officeDocument/2006/relationships/slide" Target="/ppt/slides/slide4.xml" Id="Rad9ceaccef5744f2" /><Relationship Type="http://schemas.openxmlformats.org/officeDocument/2006/relationships/slide" Target="/ppt/slides/slide5.xml" Id="Ra498f6b231d1487c" /><Relationship Type="http://schemas.openxmlformats.org/officeDocument/2006/relationships/slide" Target="/ppt/slides/slide6.xml" Id="R423292745a12425b" /><Relationship Type="http://schemas.openxmlformats.org/officeDocument/2006/relationships/slide" Target="/ppt/slides/slide7.xml" Id="R4fda897dc2714ade" /><Relationship Type="http://schemas.openxmlformats.org/officeDocument/2006/relationships/slide" Target="/ppt/slides/slide8.xml" Id="Rd93d511ad757428b" /><Relationship Type="http://schemas.openxmlformats.org/officeDocument/2006/relationships/slide" Target="/ppt/slides/slide9.xml" Id="R29900d8afd284a78" /><Relationship Type="http://schemas.openxmlformats.org/officeDocument/2006/relationships/slide" Target="/ppt/slides/slide10.xml" Id="Rc73f9ec1c2124b3e" /><Relationship Type="http://schemas.openxmlformats.org/officeDocument/2006/relationships/slide" Target="/ppt/slides/slide11.xml" Id="R1b6e5da96e57499d" /><Relationship Type="http://schemas.openxmlformats.org/officeDocument/2006/relationships/slide" Target="/ppt/slides/slide12.xml" Id="R4c40a222530846d0" /><Relationship Type="http://schemas.openxmlformats.org/officeDocument/2006/relationships/slide" Target="/ppt/slides/slide13.xml" Id="R4b7b52f2ef574003" /><Relationship Type="http://schemas.openxmlformats.org/officeDocument/2006/relationships/slide" Target="/ppt/slides/slide14.xml" Id="R87f18d512ff3481a" /><Relationship Type="http://schemas.openxmlformats.org/officeDocument/2006/relationships/slide" Target="/ppt/slides/slide15.xml" Id="R2d9506d090414d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4dfeec0a0845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8afac4a51f4fea" /><Relationship Type="http://schemas.openxmlformats.org/officeDocument/2006/relationships/notesMaster" Target="/ppt/notesMasters/notesMaster1.xml" Id="R89f886db17c647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3c473641404c7e" /><Relationship Type="http://schemas.openxmlformats.org/officeDocument/2006/relationships/notesMaster" Target="/ppt/notesMasters/notesMaster1.xml" Id="R3434d9d7998047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c17d170c6d4447" /><Relationship Type="http://schemas.openxmlformats.org/officeDocument/2006/relationships/notesMaster" Target="/ppt/notesMasters/notesMaster1.xml" Id="Ra1fa3c48009247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9183cf87a648ee" /><Relationship Type="http://schemas.openxmlformats.org/officeDocument/2006/relationships/notesMaster" Target="/ppt/notesMasters/notesMaster1.xml" Id="R1009ec31e52344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b4aad02c7c4f42" /><Relationship Type="http://schemas.openxmlformats.org/officeDocument/2006/relationships/notesMaster" Target="/ppt/notesMasters/notesMaster1.xml" Id="R5c64c2e1a6fd4a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c71d70c73c4e43" /><Relationship Type="http://schemas.openxmlformats.org/officeDocument/2006/relationships/notesMaster" Target="/ppt/notesMasters/notesMaster1.xml" Id="Rb506862867b24e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fd9987041c4dc3" /><Relationship Type="http://schemas.openxmlformats.org/officeDocument/2006/relationships/notesMaster" Target="/ppt/notesMasters/notesMaster1.xml" Id="R5374b66d25d14a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827ec911e44ec2" /><Relationship Type="http://schemas.openxmlformats.org/officeDocument/2006/relationships/notesMaster" Target="/ppt/notesMasters/notesMaster1.xml" Id="R1f410acfeb9042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354bbaf1424cf5" /><Relationship Type="http://schemas.openxmlformats.org/officeDocument/2006/relationships/notesMaster" Target="/ppt/notesMasters/notesMaster1.xml" Id="Rde3e7b1992ba40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52ea6f1a1742a3" /><Relationship Type="http://schemas.openxmlformats.org/officeDocument/2006/relationships/notesMaster" Target="/ppt/notesMasters/notesMaster1.xml" Id="Rda1efb4c7db24e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269a50ea3d4e31" /><Relationship Type="http://schemas.openxmlformats.org/officeDocument/2006/relationships/notesMaster" Target="/ppt/notesMasters/notesMaster1.xml" Id="R549c974bb66f43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89cf3c456f4098" /><Relationship Type="http://schemas.openxmlformats.org/officeDocument/2006/relationships/notesMaster" Target="/ppt/notesMasters/notesMaster1.xml" Id="R53f57c97911946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25114441784ccc" /><Relationship Type="http://schemas.openxmlformats.org/officeDocument/2006/relationships/notesMaster" Target="/ppt/notesMasters/notesMaster1.xml" Id="Rc49a1aad809f4a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47ba84234f4d16" /><Relationship Type="http://schemas.openxmlformats.org/officeDocument/2006/relationships/notesMaster" Target="/ppt/notesMasters/notesMaster1.xml" Id="Rb984939f9ef347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0317d9c9a84972" /><Relationship Type="http://schemas.openxmlformats.org/officeDocument/2006/relationships/notesMaster" Target="/ppt/notesMasters/notesMaster1.xml" Id="R2212b797ce3f41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3081ac0e346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67014b940f4dca" /><Relationship Type="http://schemas.openxmlformats.org/officeDocument/2006/relationships/slideLayout" Target="/ppt/slideLayouts/slideLayout1.xml" Id="Ra17ecedf1dfb4a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7ecedf1dfb4a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7cb569d94407a" /><Relationship Type="http://schemas.openxmlformats.org/officeDocument/2006/relationships/notesSlide" Target="/ppt/notesSlides/notesSlide1.xml" Id="Rc717fc8900c94a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7667d3c8e49dc" /><Relationship Type="http://schemas.openxmlformats.org/officeDocument/2006/relationships/notesSlide" Target="/ppt/notesSlides/notesSlide2.xml" Id="Rbcb7456115be42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e004eb88145bd" /><Relationship Type="http://schemas.openxmlformats.org/officeDocument/2006/relationships/notesSlide" Target="/ppt/notesSlides/notesSlide3.xml" Id="R06bd2cbafb7742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7c65abeca4b2c" /><Relationship Type="http://schemas.openxmlformats.org/officeDocument/2006/relationships/notesSlide" Target="/ppt/notesSlides/notesSlide4.xml" Id="R1740df7a3eda47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e4e4dd67b4baa" /><Relationship Type="http://schemas.openxmlformats.org/officeDocument/2006/relationships/notesSlide" Target="/ppt/notesSlides/notesSlide5.xml" Id="R92925ba60f7843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f50b28c7d4559" /><Relationship Type="http://schemas.openxmlformats.org/officeDocument/2006/relationships/notesSlide" Target="/ppt/notesSlides/notesSlide6.xml" Id="R0564e701034a47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0a953a0d34b34" /><Relationship Type="http://schemas.openxmlformats.org/officeDocument/2006/relationships/notesSlide" Target="/ppt/notesSlides/notesSlide7.xml" Id="R7f04e382f16f40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63377eb14465c" /><Relationship Type="http://schemas.openxmlformats.org/officeDocument/2006/relationships/notesSlide" Target="/ppt/notesSlides/notesSlide8.xml" Id="R942803827d784b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67a22658b4fb4" /><Relationship Type="http://schemas.openxmlformats.org/officeDocument/2006/relationships/notesSlide" Target="/ppt/notesSlides/notesSlide9.xml" Id="Rf6730472c06e42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104493f5d4209" /><Relationship Type="http://schemas.openxmlformats.org/officeDocument/2006/relationships/notesSlide" Target="/ppt/notesSlides/notesSlide10.xml" Id="R69124e984ce94a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ab96c63334cd8" /><Relationship Type="http://schemas.openxmlformats.org/officeDocument/2006/relationships/notesSlide" Target="/ppt/notesSlides/notesSlide11.xml" Id="Ra9706cd7832743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6ec2e33b44d43" /><Relationship Type="http://schemas.openxmlformats.org/officeDocument/2006/relationships/notesSlide" Target="/ppt/notesSlides/notesSlide12.xml" Id="Rc4a5be831fd84d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0e624ae414883" /><Relationship Type="http://schemas.openxmlformats.org/officeDocument/2006/relationships/notesSlide" Target="/ppt/notesSlides/notesSlide13.xml" Id="Re8042df7fa1b43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f3f02e6a54bf7" /><Relationship Type="http://schemas.openxmlformats.org/officeDocument/2006/relationships/notesSlide" Target="/ppt/notesSlides/notesSlide14.xml" Id="R8a955c1a99414f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b0e0206a543b7" /><Relationship Type="http://schemas.openxmlformats.org/officeDocument/2006/relationships/notesSlide" Target="/ppt/notesSlides/notesSlide15.xml" Id="Rf9060774d00c43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AD508C-FB96-4298-BDDC-308839C4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模块4  GUI交互开发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B6EFE-D90D-41B9-97E2-D6267D3D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13 课：数据录入舱（QLineEdit 文本与数值转换）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904DE-5A10-4D12-8119-6F64F7A9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"用户在界面输入的本质上是字符串，需要转换为浮点数才能参与几何尺寸计算。"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74CB9-C1B0-42AE-AC1C-D3F0BB68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BBFE6-46EA-4B9A-9D56-0E34BA0B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96733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5622F2-1068-4C06-BF30-15E1FE2E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319F7-4005-4361-9951-E6E41DFF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AF042-5C8C-4AF9-8DAF-2DDC192A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932DC-E36C-4198-BB27-CBACE64D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98A31-D26E-46D8-9FA5-62DB0036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输入框得到的是文字，必须转换成数字后才能用于建模。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C7314-FAF6-47CE-A73D-47217B83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3ECFF-A9C4-4394-A65F-4B347153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A6333-FCE3-4182-8A23-F791148D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60F77-30B4-4A86-9E69-AD73CB33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63FCA-1849-4E1D-90D1-098DC24A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7CEC4-560F-4058-A541-71DDD6A5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E867A-CA27-4117-8970-86A0E98F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329649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0F875B-F3A1-417A-A303-006CD20B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30D8F-2B79-46C4-9424-6C127038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5220A-EAD6-4412-AF15-B4601E79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DE771-A88B-4CD6-A114-E6305562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3378D-309D-4047-93E5-4F7514E4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A2D88-2CC9-471C-98A6-6E3CD5A5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F37E8-04A3-46D8-B35B-770AB2B9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输入框得到的是文字，必须转换成数字后才能用于建模。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75E37-D4BA-4EF6-A53B-B64556B4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A20EF-C7BD-40A1-8A12-ABAD5FDC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97239-0C1E-4952-9EAD-1427BE3D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50296-0FE7-49FA-ACD2-739271E9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数字 = float（输入框文字）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05A03-36CE-4E15-87B3-C1202163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6FF3F-79BA-4072-8901-7B645556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72243-209A-49BF-8296-0E51C03A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FA1F2-9C82-4487-A7E9-392250F4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输入半径创建球体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D7194-DF2E-4C30-8776-6E00F3A8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136270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D4B635-43EC-4037-9765-2B4745A7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80499-7B7A-4879-A79A-8DA03D4F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E0803-7962-4324-865A-ED7C8D6F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00658-5342-42D1-A1AF-174CB007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文字“15”不能直接参加几何计算，要先变成数值15。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09755-CECF-4FE3-B55C-7A7DD3B8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5A584-F27A-4B2E-A2E6-24EFD488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14263-9264-4EF9-B120-DD7C3752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FAA5A-4C14-4FB4-A88E-031648D4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7868B-014D-41EB-B2DA-9A677333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A6799-C4BB-4ED2-833C-62C67A07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1532741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6E1EA2-BCFB-49D5-A817-05C0D21F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D3688-A4E2-4E05-B533-51C66C8D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C3DF8-2A27-4A7D-B9B8-4C6F1A1F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C5E2D-544D-4B51-B2CB-17652A3F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数字 = float（输入框文字）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8E25B-66C1-4036-9C2F-947DA4C4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0353F-082A-41D1-9E4C-2197FC7F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先读文字，再转为小数；转换失败时要给出提示。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BCB16-9CB9-45B9-A57A-943E805A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8A34D-AFDA-4CD5-8BAD-7F019C7E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17809511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A2807-8CB3-4AB9-8D29-AAD20EE3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BFC07-A835-4146-8502-A400B003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40A5B-8BA8-4399-8F7A-88507971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F246C-CB0E-4F09-A7AA-8307A34D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620A4-A048-42D1-861C-3D6485E0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输入“15.5”→ 转换为15.5 → 创建半径15.5毫米的球体。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F7B25-F480-45C2-91A5-A4E0CD0B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C2148-93E2-4E73-8A57-67628D53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输入“15.5”→ 转换为15.5 → 创建半径15.5毫米的球体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B5EC1-4F09-4541-B8A6-CA4C3D22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342516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91C983-B040-4296-B21C-A7CD3A8C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B9BC2-0131-4C3E-86A8-7200283F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A9A1F-78FF-4B68-B974-F1B08896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84A26-194D-4264-8722-E0EB51AC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0E267-B168-4DFE-81CD-13BB82B6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600B7-31C0-49A7-9338-3242BBF5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B70BD-D7E5-4197-8EF6-D87C8900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6BBCA-CC31-46BA-86E9-4DAAB422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68D68-BAAE-4AC2-AF66-9767D934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7BEDD-9CA1-408E-8BD2-295DDA1F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C0EB8-EBEF-4991-B83D-10277FA5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2E616-A35D-4E2D-8759-CEECE66B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E07CB-CABD-46E6-AE87-AD4CCB50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6881998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37757E-2BDC-4698-8644-0536DB1C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8411B-F81A-4005-8B47-CE7748C6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FBA78-0307-4B46-86E2-535B26EB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B4AE5-B28E-4697-95F4-7F948187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5F7E3-E690-400A-BF91-46273D43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BCF96-E468-4B07-A762-A4C7E8F5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54D00-007D-4922-83D2-048F385F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17239602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9D570D-B794-4E31-9140-961C28C0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8A21D-8746-4B05-93AA-2D5435DB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6C94A-7C01-47D0-91CF-777A7FF2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EC50C-4666-4A32-9F73-E152891E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9F91D-F266-4C59-A1E1-E16B6696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from PySide import QtWidgets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App.newDocument("Lesson13")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input_box = QtWidgets.QLineEdit("15")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button = QtWidgets.QPushButton("创建球体")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def create_sphere():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radius = float(input_box.text())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sphere = doc.addObject("Part::Feature", "Sphere")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sphere.Shape = Part.makeSphere(radius)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doc.recompute()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button.clicked.connect(create_sphere)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input_box.show()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button.show()</a:t>
            </a:r>
          </a:p>
        </p:txBody>
      </p:sp>
    </p:spTree>
    <p:extLst>
      <p:ext uri="{BB962C8B-B14F-4D97-AF65-F5344CB8AC3E}">
        <p14:creationId xmlns:p14="http://schemas.microsoft.com/office/powerpoint/2010/main" val="18227443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FBBF06-B590-4B84-87AF-8D4AD816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B66FE-55FB-41DB-AFCF-D1A64AF6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738C7-5EDA-4261-9995-61795541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F1D52-6CEB-4BED-B756-F4EABDFB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DB98A-FD73-410D-BE16-FD0E0930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ADE04-4432-449E-AB66-AA107BC7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71EBD-4050-48C9-8812-3406E47E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39181-C3F4-4622-9444-24AEFE50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ACB4D-5131-494E-A078-1C9DAD8B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6881C-9F45-48CC-9E62-43A55DD3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2C1ED-17B5-4047-8A1D-185DA5EA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4B9FE-14B6-4C1C-A0CB-189B48D9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C9F69-200F-4E5C-BAF6-E0503CC4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EA1BC-E485-4427-8A68-82ED5AA6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C6307-A79D-4875-A86B-2216289C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8875610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CF84E0-550F-4C06-A052-CDEF78F5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244EE-EC7A-4BAC-BC09-01FFCBA6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38401-EE3B-4E95-8D64-C460C5EE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D913C-01FA-489C-A7E2-C4FF8C43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EE7D7-BCAF-4239-B84B-BFACD15C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31E88-79DE-4FD1-8E6E-E2CAB751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57409-7480-424A-9E83-42791A39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A143C-CD1B-4CBB-82BF-1F539E93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EE8CB-FE88-419B-940A-69BB93FF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9B1EC-1274-4FDA-A50F-926B874C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77F63-9F1A-4995-9C6B-033055F4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A58D9-0A72-4ED4-BDAA-41B72C0C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AE4DC-A54C-47B8-A078-4A804669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981278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4FAF8A-0546-49F2-8F21-2F1245BB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67EAA-C628-4B5B-96E8-6E15E981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FEE04-0FEF-4CC5-BFCA-D62DC167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F85F7-3B63-4A28-87C2-D6008B2E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0A4C1-CD8C-44DD-BA9B-CCE7AD8A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输入空白或汉字导致转换失败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44DC5-05CC-496D-B50A-3B7F3505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DE222-6D51-4F5D-8BE1-769A06FF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没有限制数值范围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DC977-D025-42D9-9ED1-2F1E5D13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B350E-64F3-40E1-986D-E6E7D954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转换异常没有提示用户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785FB-10EA-4CC5-A2E1-1AF2830C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8D65E-E5C9-4860-B516-FFA5618A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18472792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BBD741-BCF6-4A85-8C51-D18F2635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92E81-EBAE-42B4-864D-8BE5D965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6577A-B8F3-4171-A8B9-BE3C6167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3F3F0-82D5-4683-9431-14E4F22F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A66F8-CFBC-4D87-B660-BB103FF5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92F1E-3DFA-4E3A-A5A1-78F9A10B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输入半径创建球体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AB8D8-F5F3-4FB1-AD93-3A53B16C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E82A8-407C-48DC-94A9-D844339C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1A480-7383-4CD8-A192-6E74CDA6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3D329-6A8D-4A1E-B4C2-F97C9205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增加高度输入框创建圆柱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98A34-5135-4116-A9E1-6A5F66D3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6B0A3-31C5-4D2B-85B8-046D07CC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FCA21-4AAD-4335-A4A7-3B02F329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4CCA3-6BE6-4640-B072-8F6F8B60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加入错误提示和默认值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36CB6-BCED-4352-A2BF-FB9F5182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74B33-6539-4DA2-91C0-233D8E64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5643902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05F3D0-A148-4C5F-BC5A-05FBB718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8B16A-74C5-4257-8144-E896D996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第13课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F2A05-3057-48D6-A2C7-4A49E5FD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E3AB9-9C69-4533-8286-1DB6639F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FFDC0-DEF9-4FFD-847F-1E9B2F7E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AF33E-C72F-4DF9-9F18-596F1DDB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99247-FF87-4E39-AD79-55DE0D23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750C1-DF79-490A-BD4A-32E8D1DB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2CBDF-F293-4807-84A4-1E985E4E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9204A-2B0E-4B52-ABFB-77AD01DE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12448-F033-40D1-96C0-25912F5B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FE832-8E0F-447E-A058-D6E24991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01C91-64F3-496D-A9BE-C47C7064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2E3C9-E325-4A92-9462-78981F08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DB7F6-4336-42B2-8D20-CFDEC4C8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0F2BD-7EA1-4B37-9305-68749FC4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10070625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0B4C37-C789-425C-B8DC-95C4C36F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DAFF5-4541-4102-9EAC-C97EC0F9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79E61-3DA0-42D5-9BB1-EE79C274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842AE-C103-4C2B-AD1E-C19CFD82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9747D-2EE3-438C-A251-2D821C2C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69704-0712-4587-9246-FEC594AE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E167F-C08B-46D9-A489-A1ADADAF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C132A-1E2E-46AF-AA4D-515AB268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F239A-6C0D-4BD0-9340-50F31453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859D5-0F2D-4205-A97A-69A583D1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保存文件：第13课_班级_匿名编号.FCStd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FF75B-7479-4F3C-859A-74F8E322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24735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2026-07-12T00:12:11.7430000Z</dcterms:created>
  <dcterms:modified xsi:type="dcterms:W3CDTF">2026-07-12T00:12:11.7430000Z</dcterms:modified>
</coreProperties>
</file>