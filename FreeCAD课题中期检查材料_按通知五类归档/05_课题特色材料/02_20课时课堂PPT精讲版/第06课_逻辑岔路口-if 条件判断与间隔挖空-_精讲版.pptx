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3f2524a6d4821" /><Relationship Type="http://schemas.openxmlformats.org/officeDocument/2006/relationships/extended-properties" Target="/docProps/app.xml" Id="Reca00c5a27da4664" /><Relationship Type="http://schemas.openxmlformats.org/officeDocument/2006/relationships/officeDocument" Target="/ppt/presentation.xml" Id="Rc188f23d2112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2d7ef50d64356"/>
  </p:sldMasterIdLst>
  <p:notesMasterIdLst>
    <p:notesMasterId xmlns:r="http://schemas.openxmlformats.org/officeDocument/2006/relationships" r:id="Rf57a3d3d2ff942e7"/>
  </p:notesMasterIdLst>
  <p:sldIdLst>
    <p:sldId xmlns:r="http://schemas.openxmlformats.org/officeDocument/2006/relationships" id="256" r:id="R1a1a41c064154fce"/>
    <p:sldId xmlns:r="http://schemas.openxmlformats.org/officeDocument/2006/relationships" id="257" r:id="R2b5621e61a734084"/>
    <p:sldId xmlns:r="http://schemas.openxmlformats.org/officeDocument/2006/relationships" id="258" r:id="R911350033f2248bb"/>
    <p:sldId xmlns:r="http://schemas.openxmlformats.org/officeDocument/2006/relationships" id="259" r:id="R55fe5d85bbca4aef"/>
    <p:sldId xmlns:r="http://schemas.openxmlformats.org/officeDocument/2006/relationships" id="260" r:id="R85944397cc974239"/>
    <p:sldId xmlns:r="http://schemas.openxmlformats.org/officeDocument/2006/relationships" id="261" r:id="R49630e75eed24b45"/>
    <p:sldId xmlns:r="http://schemas.openxmlformats.org/officeDocument/2006/relationships" id="262" r:id="R14bad0d37da04bcc"/>
    <p:sldId xmlns:r="http://schemas.openxmlformats.org/officeDocument/2006/relationships" id="263" r:id="Ra786bba5c3d547ea"/>
    <p:sldId xmlns:r="http://schemas.openxmlformats.org/officeDocument/2006/relationships" id="264" r:id="R8fd22c4470234961"/>
    <p:sldId xmlns:r="http://schemas.openxmlformats.org/officeDocument/2006/relationships" id="265" r:id="R5fe0c35b3a6844db"/>
    <p:sldId xmlns:r="http://schemas.openxmlformats.org/officeDocument/2006/relationships" id="266" r:id="R203b51ee343d4ca6"/>
    <p:sldId xmlns:r="http://schemas.openxmlformats.org/officeDocument/2006/relationships" id="267" r:id="Rb49f240a26474b0c"/>
    <p:sldId xmlns:r="http://schemas.openxmlformats.org/officeDocument/2006/relationships" id="268" r:id="R8107a4c6fdf844e9"/>
    <p:sldId xmlns:r="http://schemas.openxmlformats.org/officeDocument/2006/relationships" id="269" r:id="R011fa27d680242fc"/>
    <p:sldId xmlns:r="http://schemas.openxmlformats.org/officeDocument/2006/relationships" id="270" r:id="Rd39e619909004b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2c9f379664a44" /><Relationship Type="http://schemas.openxmlformats.org/officeDocument/2006/relationships/slideMaster" Target="/ppt/slideMasters/slideMaster1.xml" Id="R4db2d7ef50d64356" /><Relationship Type="http://schemas.openxmlformats.org/officeDocument/2006/relationships/notesMaster" Target="/ppt/notesMasters/notesMaster1.xml" Id="Rf57a3d3d2ff942e7" /><Relationship Type="http://schemas.openxmlformats.org/officeDocument/2006/relationships/presProps" Target="/ppt/presProps.xml" Id="R71c8c564bce74d35" /><Relationship Type="http://schemas.openxmlformats.org/officeDocument/2006/relationships/tableStyles" Target="/ppt/tableStyles.xml" Id="R3cca78c09a2a4cef" /><Relationship Type="http://schemas.openxmlformats.org/officeDocument/2006/relationships/slide" Target="/ppt/slides/slide1.xml" Id="R1a1a41c064154fce" /><Relationship Type="http://schemas.openxmlformats.org/officeDocument/2006/relationships/slide" Target="/ppt/slides/slide2.xml" Id="R2b5621e61a734084" /><Relationship Type="http://schemas.openxmlformats.org/officeDocument/2006/relationships/slide" Target="/ppt/slides/slide3.xml" Id="R911350033f2248bb" /><Relationship Type="http://schemas.openxmlformats.org/officeDocument/2006/relationships/slide" Target="/ppt/slides/slide4.xml" Id="R55fe5d85bbca4aef" /><Relationship Type="http://schemas.openxmlformats.org/officeDocument/2006/relationships/slide" Target="/ppt/slides/slide5.xml" Id="R85944397cc974239" /><Relationship Type="http://schemas.openxmlformats.org/officeDocument/2006/relationships/slide" Target="/ppt/slides/slide6.xml" Id="R49630e75eed24b45" /><Relationship Type="http://schemas.openxmlformats.org/officeDocument/2006/relationships/slide" Target="/ppt/slides/slide7.xml" Id="R14bad0d37da04bcc" /><Relationship Type="http://schemas.openxmlformats.org/officeDocument/2006/relationships/slide" Target="/ppt/slides/slide8.xml" Id="Ra786bba5c3d547ea" /><Relationship Type="http://schemas.openxmlformats.org/officeDocument/2006/relationships/slide" Target="/ppt/slides/slide9.xml" Id="R8fd22c4470234961" /><Relationship Type="http://schemas.openxmlformats.org/officeDocument/2006/relationships/slide" Target="/ppt/slides/slide10.xml" Id="R5fe0c35b3a6844db" /><Relationship Type="http://schemas.openxmlformats.org/officeDocument/2006/relationships/slide" Target="/ppt/slides/slide11.xml" Id="R203b51ee343d4ca6" /><Relationship Type="http://schemas.openxmlformats.org/officeDocument/2006/relationships/slide" Target="/ppt/slides/slide12.xml" Id="Rb49f240a26474b0c" /><Relationship Type="http://schemas.openxmlformats.org/officeDocument/2006/relationships/slide" Target="/ppt/slides/slide13.xml" Id="R8107a4c6fdf844e9" /><Relationship Type="http://schemas.openxmlformats.org/officeDocument/2006/relationships/slide" Target="/ppt/slides/slide14.xml" Id="R011fa27d680242fc" /><Relationship Type="http://schemas.openxmlformats.org/officeDocument/2006/relationships/slide" Target="/ppt/slides/slide15.xml" Id="Rd39e61990900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d52ddb808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a5aafcd1e248e7" /><Relationship Type="http://schemas.openxmlformats.org/officeDocument/2006/relationships/notesMaster" Target="/ppt/notesMasters/notesMaster1.xml" Id="R22e96fb08770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f965c80f24668" /><Relationship Type="http://schemas.openxmlformats.org/officeDocument/2006/relationships/notesMaster" Target="/ppt/notesMasters/notesMaster1.xml" Id="Rcb1698dd5090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aa3841b9b94fc5" /><Relationship Type="http://schemas.openxmlformats.org/officeDocument/2006/relationships/notesMaster" Target="/ppt/notesMasters/notesMaster1.xml" Id="R2ff9892863e44e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1f9b1726364f43" /><Relationship Type="http://schemas.openxmlformats.org/officeDocument/2006/relationships/notesMaster" Target="/ppt/notesMasters/notesMaster1.xml" Id="R476c3b0187ac4f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e84ab7d84c4ece" /><Relationship Type="http://schemas.openxmlformats.org/officeDocument/2006/relationships/notesMaster" Target="/ppt/notesMasters/notesMaster1.xml" Id="R76d4c6727fe5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b89f40a79416c" /><Relationship Type="http://schemas.openxmlformats.org/officeDocument/2006/relationships/notesMaster" Target="/ppt/notesMasters/notesMaster1.xml" Id="R4dd4f83bd5eb49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57daa6e72f4493" /><Relationship Type="http://schemas.openxmlformats.org/officeDocument/2006/relationships/notesMaster" Target="/ppt/notesMasters/notesMaster1.xml" Id="R0fc9ca896f744b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7853db18114cab" /><Relationship Type="http://schemas.openxmlformats.org/officeDocument/2006/relationships/notesMaster" Target="/ppt/notesMasters/notesMaster1.xml" Id="Rc5ac4b8228fb49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204ee50adf4ef2" /><Relationship Type="http://schemas.openxmlformats.org/officeDocument/2006/relationships/notesMaster" Target="/ppt/notesMasters/notesMaster1.xml" Id="Rffabeff0bdb646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3b4dfe9cf94775" /><Relationship Type="http://schemas.openxmlformats.org/officeDocument/2006/relationships/notesMaster" Target="/ppt/notesMasters/notesMaster1.xml" Id="R8079172f49de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933ff5f72d4a29" /><Relationship Type="http://schemas.openxmlformats.org/officeDocument/2006/relationships/notesMaster" Target="/ppt/notesMasters/notesMaster1.xml" Id="R02c20747220542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9845f7b2f24f89" /><Relationship Type="http://schemas.openxmlformats.org/officeDocument/2006/relationships/notesMaster" Target="/ppt/notesMasters/notesMaster1.xml" Id="Rc89f1c31ff9e46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cb5b6c8ac443d5" /><Relationship Type="http://schemas.openxmlformats.org/officeDocument/2006/relationships/notesMaster" Target="/ppt/notesMasters/notesMaster1.xml" Id="R2d7dd309a47246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059abc0c5c4202" /><Relationship Type="http://schemas.openxmlformats.org/officeDocument/2006/relationships/notesMaster" Target="/ppt/notesMasters/notesMaster1.xml" Id="R1a3e1e1ca5f341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6d1b0081f9498b" /><Relationship Type="http://schemas.openxmlformats.org/officeDocument/2006/relationships/notesMaster" Target="/ppt/notesMasters/notesMaster1.xml" Id="Rc0667c338f56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c6f9c6aa244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3ef4ccb44c44de" /><Relationship Type="http://schemas.openxmlformats.org/officeDocument/2006/relationships/slideLayout" Target="/ppt/slideLayouts/slideLayout1.xml" Id="R9ea998a2cc1f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a998a2cc1f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59a8b70ae4814" /><Relationship Type="http://schemas.openxmlformats.org/officeDocument/2006/relationships/notesSlide" Target="/ppt/notesSlides/notesSlide1.xml" Id="R495087d99e3c49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8d67c59ff4930" /><Relationship Type="http://schemas.openxmlformats.org/officeDocument/2006/relationships/notesSlide" Target="/ppt/notesSlides/notesSlide2.xml" Id="Ra770d2d1eb704a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327cb22cc4cda" /><Relationship Type="http://schemas.openxmlformats.org/officeDocument/2006/relationships/notesSlide" Target="/ppt/notesSlides/notesSlide3.xml" Id="R1b950a6b3e0e47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2a470e30441be" /><Relationship Type="http://schemas.openxmlformats.org/officeDocument/2006/relationships/notesSlide" Target="/ppt/notesSlides/notesSlide4.xml" Id="R2de38cf7a15a4f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e17c52753463f" /><Relationship Type="http://schemas.openxmlformats.org/officeDocument/2006/relationships/notesSlide" Target="/ppt/notesSlides/notesSlide5.xml" Id="R869461be77054b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9ee98b6d84434" /><Relationship Type="http://schemas.openxmlformats.org/officeDocument/2006/relationships/notesSlide" Target="/ppt/notesSlides/notesSlide6.xml" Id="Rf4e6912e745343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560f9586d46ef" /><Relationship Type="http://schemas.openxmlformats.org/officeDocument/2006/relationships/notesSlide" Target="/ppt/notesSlides/notesSlide7.xml" Id="R0875c01c081f4d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6dba1d9ec45f9" /><Relationship Type="http://schemas.openxmlformats.org/officeDocument/2006/relationships/notesSlide" Target="/ppt/notesSlides/notesSlide8.xml" Id="R5358b03164d743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300da5f4240da" /><Relationship Type="http://schemas.openxmlformats.org/officeDocument/2006/relationships/notesSlide" Target="/ppt/notesSlides/notesSlide9.xml" Id="Rc95268087ab54f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ef1042f994d6d" /><Relationship Type="http://schemas.openxmlformats.org/officeDocument/2006/relationships/notesSlide" Target="/ppt/notesSlides/notesSlide10.xml" Id="R11c71c1675864b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1dcc063204dfb" /><Relationship Type="http://schemas.openxmlformats.org/officeDocument/2006/relationships/notesSlide" Target="/ppt/notesSlides/notesSlide11.xml" Id="R584814f174ca4e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f7fc269074274" /><Relationship Type="http://schemas.openxmlformats.org/officeDocument/2006/relationships/notesSlide" Target="/ppt/notesSlides/notesSlide12.xml" Id="Rad46e7df939f41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fe4ac56d548df" /><Relationship Type="http://schemas.openxmlformats.org/officeDocument/2006/relationships/notesSlide" Target="/ppt/notesSlides/notesSlide13.xml" Id="R274dfe5f58c342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666adec1a45d9" /><Relationship Type="http://schemas.openxmlformats.org/officeDocument/2006/relationships/notesSlide" Target="/ppt/notesSlides/notesSlide14.xml" Id="R191130fe88c140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63485903c43b7" /><Relationship Type="http://schemas.openxmlformats.org/officeDocument/2006/relationships/notesSlide" Target="/ppt/notesSlides/notesSlide15.xml" Id="Rae1215ed8895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636A0B-76A6-42FE-AE96-A43BE0BD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模块2  Python与三维空间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1B43A-D3DB-4113-98B2-3D47A642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6 课：逻辑岔路口（if 条件判断与间隔挖空）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B990C-FD8B-4542-904B-48152F76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"通过判断序号是奇数还是偶数，决定空间的物质是'填充'还是'留空'。"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C5C08-6C37-490E-815A-6783032C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53126-4F25-4BFD-9CF2-05E5C2D8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093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9BB39D-109B-48CF-9175-97DD398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79862-4501-466D-8566-98CD1217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4355F-397A-4199-B3A3-C187E9EA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DC164-CA6C-4795-9F24-7B131D4A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C551E-C868-488C-8054-4EAE65E7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条件判断让程序在不同情况下选择不同动作。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01300-D50A-4F0A-8B5C-A418D571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BA735-CDC9-49AF-98C3-29E98B3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17BC9-BED2-4B3E-AD8B-F5A8188B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1647F-CA18-46E1-8AF5-2074340C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D3634-88B7-4ED6-AEE4-9EE8339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290FA-A3EF-4E22-B215-E2346B94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7810E-FBF6-47C2-8F91-17FD4FF6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995824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821807-B1BC-41C0-B96C-63976DF7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F3B7D-0A27-42A8-884F-1E914567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4D493-97CA-41A6-B1E0-2CB2F4F3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59BEC-15AC-4E09-886B-E7254396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AF0BF-3B82-4F11-B8D2-6C2E8A54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F7F52-80C5-4093-8644-93D11136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783BC-FD42-4558-AD5A-BA668225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条件判断让程序在不同情况下选择不同动作。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62BC9-2FF4-455B-8A39-54A0250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5DD35-14A7-480E-9E10-564B383E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8E23E-6A36-49C9-A5E0-CDD6E92C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CEFC1-1C9C-4BC8-BFBB-E68A74BD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余数 = 序号除以2后剩下的数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DE541-DD8A-4EAD-8662-9A304544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1A4F0-B80A-4A22-93A0-03D2A7E9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411CA-7089-4915-BCBF-757BE99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CCCCE-E0ED-497D-90BA-CCEA3BB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只显示偶数位置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B0202-3584-46F5-B23D-80179CD8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633200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81C05-DD2E-4FDB-98F0-18416089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CB1DB-9826-4852-BCF9-6705F31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A6B76-AB8B-4447-BBCB-92547992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7355F-80C8-4E68-B7FD-9EFAAE7C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if像岔路口，条件决定走哪一条路。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BCD78-A6D1-4277-B0B6-080A8A16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7C0A5-D4E5-4F39-A555-DA225392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350AE-8599-4D78-9F05-E6C213D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FBC1E-3F90-4B3D-95FB-CAD18B3E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03231-0E2E-4908-97C7-BA806503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6EEB2-F6F4-4C34-8299-A1A37033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2008188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EA10C-D4B6-4000-AFC8-AB19962F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891F5-C202-44FD-B2B6-8B9B8396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A3DB1-EA0F-493E-8E24-995E1161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6A9CC-3FB6-49FB-9664-A39E0CD9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余数 = 序号除以2后剩下的数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4B504-A371-47AC-BE05-9A473C4E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0240-6B5B-4B15-AF44-B53D43AA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余数为0是偶数位置，余数为1是奇数位置。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FA993-4695-406E-AA81-70C73ED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AE1A4-0C9F-4C7F-B54E-8B3DF6A9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617563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98218-5B5E-4B56-B5E3-E0AB28C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A8DDD-C4AC-4E68-A30B-D09B9FD8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B2D00-9386-4E7C-81A8-BE2D7095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0658A-C4A9-44A6-8774-226FC0E4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E9AEB-54E7-4FFE-856E-1F2326B5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序号0、2、4、6、8显示；1、3、5、7、9留空。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F710A-713C-4400-9664-64EEEA95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EE9C9-743D-4BAB-B1B8-8BE649B4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序号0、2、4、6、8显示；1、3、5、7、9留空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AAE0C-C9E0-41D5-9DC2-431801CC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890596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B5E4B-E076-42E9-83CA-B06FFE4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EF99-0087-4243-A687-E52213B1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24687-B296-4746-94F4-9402005D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6AB44-B6B0-40DE-86E8-7DC9112D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80B7B-BE89-4798-BE63-9A588D8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DF482-825E-4683-A644-1F32CFDB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61D76-1BE2-4B0B-B1BC-80BC9666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3630B-3CDC-4CE9-BC12-52223192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C5D8E-4A1A-423E-A03C-3E94F259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EB1AE-F1CA-4EB7-87F0-BFB7B44C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671A9-6703-4917-9A1B-D17A057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F2492-083A-47E1-8C62-35E2AA3B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F1B35-9524-4F66-8D83-16A3901E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689769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F5CCD-9F7D-42F7-A8C1-FC07CE73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4B475-D25F-4F09-8D29-94BEB971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32DBC-CACF-4282-B29D-9CCC5A7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A78D8-4F8E-440B-8240-11E60358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AB7B9-A0CF-4573-BCB6-C65C05E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26923-78D9-4FCE-8271-5D1A81B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FA01E-31FD-4A81-BBA0-3E924741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CF19B-75F8-439D-AD5D-215EDBC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47C0A-424B-404E-A580-A46C7782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C0686-9FFB-46B2-A35A-14EA4A48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CC9A0-B721-402B-A86E-3A895D22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重复：循环变量控制次数和位置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162050" y="43910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132CA-22C6-41DE-82E1-D0D9555C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E03C5-335B-4FB8-BEE6-CEF4E2A0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判断：条件决定是否执行下一步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D4DC3-F7F5-4A10-8F34-93B7A0D1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FA506-63BE-42E8-BF3B-5F2330AC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1132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5599B-AF6F-49E6-B548-6A9993D5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F7D3C-354F-46AD-BC81-0076BA0C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C5066-6BF6-4563-ABDC-33973619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1E666-CB79-41AD-850E-6FDBC31B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FDD48-2200-448B-87C6-04C1370A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App.newDocument("Lesson06")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for i in range(6):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if i % 2 == 0: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box = doc.addObject("Part::Feature", "Box")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box.Shape = Part.makeBox(8, 8, 8)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box.Placement.Base.x = i * 12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1042728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A08BB-EA9D-4156-8378-AE15DFA4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84C42-181F-4730-AC76-5AAC228C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81C88-D0C1-4726-8995-9709E43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E294C-C6BC-4429-9291-80F4451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FAE8-B498-4B0A-85CE-C9EC4F0A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478F9-1BE1-48CE-8834-10CF7B68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409C6-CC61-46B0-8CF8-2A93BA87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16B13-DC93-4C55-9BF6-5AA2BC90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4D0AA-42B7-456A-912C-C13A3CBE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6008B-E5C2-4EDE-A2ED-A1AB3AAE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BBBB8-A8D1-42D2-8F83-36851A10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BDE57-19D8-4B5E-B66F-7310EE8D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49529-5876-4909-88A3-5601F2B4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21918-D1DA-4CBA-8711-CC23BF84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D6228-6A8B-4733-B8B3-AFB27D6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5207454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93875-7D5A-4011-B8DA-7D47808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986D0-B128-4883-830B-959FADBC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00A98-7992-4E37-8691-25FA00B1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D297C-FB56-4903-B078-AFC2AD5C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579F-CEF9-4C5C-8090-00ACDE80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1BAA4-9126-4B71-BE12-48E619C0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893D5-A055-4731-8F0C-809CA4F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69F7E-8D5C-4563-8BA9-7B1D83AA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916EA-3474-4327-B4D0-148C979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1E25A-C534-4632-B11A-17014B2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60188-F7B1-429D-B628-27073E96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F2E89-BCF9-46C2-BF3F-79D9B29D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01154-EE58-4910-8D12-55F82CF7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171256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9D2B9-684F-4E48-B7E4-A3CCF885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BADCC-C09E-4851-90FC-CB5708C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67E27-E58A-4FEC-997C-4C9C278A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7C229-1755-4079-B578-DBCF749F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20563-1EFA-4653-A7E4-01AD6C38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把等于写成赋值符号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90A40-EB59-4385-A43F-5EAAD70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DFEE-0ED1-4BC9-88D7-D9E818F3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条件后忘记冒号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1AB1B-8C35-4201-93C4-516A0CB2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18238-493E-4E10-A31D-6AAFD82A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if内部缩进不正确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68EE6-11BB-4D5D-9492-3F57D5CA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D8FFB-40C5-4550-90A0-0C32BD7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13797337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D6ACA-4010-4DC6-ACA1-66573DD4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47307-764A-4E5E-AD9C-A54F468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DAE48-B98D-4026-AF79-F2B36B9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C868-4B73-4798-843D-448F58CA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89004-C4E8-42AB-BB89-4DC671E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E5F8A-92EF-41A4-A2D1-FCFD205E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只显示偶数位置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E70B6-3372-4276-AD84-54A2587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5ADA3-4AE1-4758-88FD-8AEADF5F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026D4-2E74-4D22-B8B1-49FBBB3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48113-E3E6-468A-984E-0DD4577A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改为每3个显示1个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A3451-ADD0-4A7C-BF50-233D60C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96247-2DA2-48C8-ACEB-B21F6193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042BB-9E6D-424A-9EF2-E31ABE3F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3AFAC-AB2F-4881-8362-1C2A49B8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用颜色表示两种条件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E8B5E-B744-4E2C-AA19-0C97F192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F6D1A-168B-4D88-9F2E-1435191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5642918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60AC7-569F-47DC-8B0A-E072EA3F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02E86-78C4-4D97-8C42-86F76AD9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369A3-FAAF-4FB9-A7DA-0F8CCEA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F89E9-623B-4A42-A7AE-4680818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D54CC-1B46-4837-9435-AC4B5413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05289-F68E-43E4-BD1A-7DA5EE92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88771-564E-4A56-AC9B-30BED7DE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82498-F435-4467-845D-E063322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1D534-658B-4B2D-923B-1D99F67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331AB-0028-4380-A004-20CEFEE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84E03-CDFC-4EFE-A4D9-788ED2B8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36E24-94A5-498E-8A80-AA60549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5EB3D-ECA9-413C-8427-685310F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3A403-C109-46F6-B077-2EAA054E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31940-8A7A-4F8D-807A-9136C798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66B6A-5394-435C-A955-B407A4CC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8123628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8718C9-C5DC-484D-AC92-786E1065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1EF39-7D97-4ED8-B93D-68F901E1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5551C-1E02-4291-876A-E4992B49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00765-4F73-420E-A18B-1A4D5E5E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26775-FBA2-41B0-92C2-A59E2ADC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BBA62-96BC-4205-94D3-C0E1C922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34335-BB38-40EB-A751-A3C4A785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F1AAB-8784-4675-BDEE-265C868B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AE3FC-FD1A-4F04-8095-4CBCBEA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BBD2E-EA05-4192-B389-704CEC51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保存文件：第06课_班级_匿名编号.FCStd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90852-0008-43C5-9E4E-2EEB8376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9659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2026-07-12T00:12:09.7540000Z</dcterms:created>
  <dcterms:modified xsi:type="dcterms:W3CDTF">2026-07-12T00:12:09.7540000Z</dcterms:modified>
</coreProperties>
</file>